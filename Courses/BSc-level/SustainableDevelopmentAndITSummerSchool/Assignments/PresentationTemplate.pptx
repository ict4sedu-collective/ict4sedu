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1" r:id="rId5"/>
    <p:sldId id="259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477C0-673C-334A-8C38-8D4F775D3D9A}" v="29" dt="2024-07-17T08:44:44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34"/>
    <p:restoredTop sz="96006"/>
  </p:normalViewPr>
  <p:slideViewPr>
    <p:cSldViewPr snapToGrid="0">
      <p:cViewPr varScale="1">
        <p:scale>
          <a:sx n="128" d="100"/>
          <a:sy n="128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rgit Penzenstadler" userId="175b32fb-5bc5-4f57-a096-5aeade240e6e" providerId="ADAL" clId="{C1B477C0-673C-334A-8C38-8D4F775D3D9A}"/>
    <pc:docChg chg="undo custSel addSld modSld sldOrd modMainMaster">
      <pc:chgData name="Birgit Penzenstadler" userId="175b32fb-5bc5-4f57-a096-5aeade240e6e" providerId="ADAL" clId="{C1B477C0-673C-334A-8C38-8D4F775D3D9A}" dt="2024-07-17T08:45:11.661" v="1022" actId="113"/>
      <pc:docMkLst>
        <pc:docMk/>
      </pc:docMkLst>
      <pc:sldChg chg="addSp delSp modSp mod">
        <pc:chgData name="Birgit Penzenstadler" userId="175b32fb-5bc5-4f57-a096-5aeade240e6e" providerId="ADAL" clId="{C1B477C0-673C-334A-8C38-8D4F775D3D9A}" dt="2024-07-17T08:40:54.939" v="852" actId="21"/>
        <pc:sldMkLst>
          <pc:docMk/>
          <pc:sldMk cId="2932840141" sldId="256"/>
        </pc:sldMkLst>
        <pc:spChg chg="mod">
          <ac:chgData name="Birgit Penzenstadler" userId="175b32fb-5bc5-4f57-a096-5aeade240e6e" providerId="ADAL" clId="{C1B477C0-673C-334A-8C38-8D4F775D3D9A}" dt="2024-07-17T08:04:17.073" v="28" actId="20577"/>
          <ac:spMkLst>
            <pc:docMk/>
            <pc:sldMk cId="2932840141" sldId="256"/>
            <ac:spMk id="2" creationId="{AB8D0DF9-C76A-D2D6-B3D4-072C02E8F565}"/>
          </ac:spMkLst>
        </pc:spChg>
        <pc:spChg chg="mod">
          <ac:chgData name="Birgit Penzenstadler" userId="175b32fb-5bc5-4f57-a096-5aeade240e6e" providerId="ADAL" clId="{C1B477C0-673C-334A-8C38-8D4F775D3D9A}" dt="2024-07-17T08:04:35.767" v="46" actId="20577"/>
          <ac:spMkLst>
            <pc:docMk/>
            <pc:sldMk cId="2932840141" sldId="256"/>
            <ac:spMk id="3" creationId="{A2DC2FD6-2266-BE38-8408-41E9EEBF492F}"/>
          </ac:spMkLst>
        </pc:spChg>
        <pc:spChg chg="add del mod">
          <ac:chgData name="Birgit Penzenstadler" userId="175b32fb-5bc5-4f57-a096-5aeade240e6e" providerId="ADAL" clId="{C1B477C0-673C-334A-8C38-8D4F775D3D9A}" dt="2024-07-17T08:38:11.228" v="819" actId="478"/>
          <ac:spMkLst>
            <pc:docMk/>
            <pc:sldMk cId="2932840141" sldId="256"/>
            <ac:spMk id="4" creationId="{A8C9130A-3087-98F9-E9A0-35590B530660}"/>
          </ac:spMkLst>
        </pc:spChg>
        <pc:spChg chg="add mod">
          <ac:chgData name="Birgit Penzenstadler" userId="175b32fb-5bc5-4f57-a096-5aeade240e6e" providerId="ADAL" clId="{C1B477C0-673C-334A-8C38-8D4F775D3D9A}" dt="2024-07-17T08:37:42.673" v="801" actId="20577"/>
          <ac:spMkLst>
            <pc:docMk/>
            <pc:sldMk cId="2932840141" sldId="256"/>
            <ac:spMk id="5" creationId="{79730F05-EB17-70C6-7EDA-7A1A88B73DEF}"/>
          </ac:spMkLst>
        </pc:spChg>
        <pc:spChg chg="add mod">
          <ac:chgData name="Birgit Penzenstadler" userId="175b32fb-5bc5-4f57-a096-5aeade240e6e" providerId="ADAL" clId="{C1B477C0-673C-334A-8C38-8D4F775D3D9A}" dt="2024-07-17T08:40:38.692" v="848"/>
          <ac:spMkLst>
            <pc:docMk/>
            <pc:sldMk cId="2932840141" sldId="256"/>
            <ac:spMk id="6" creationId="{383C5E5B-7B82-8A89-3843-1EC4E204053F}"/>
          </ac:spMkLst>
        </pc:spChg>
        <pc:spChg chg="add mod">
          <ac:chgData name="Birgit Penzenstadler" userId="175b32fb-5bc5-4f57-a096-5aeade240e6e" providerId="ADAL" clId="{C1B477C0-673C-334A-8C38-8D4F775D3D9A}" dt="2024-07-17T08:40:38.692" v="848"/>
          <ac:spMkLst>
            <pc:docMk/>
            <pc:sldMk cId="2932840141" sldId="256"/>
            <ac:spMk id="7" creationId="{135D84B1-4065-9A36-79D1-CF495AC0F392}"/>
          </ac:spMkLst>
        </pc:spChg>
        <pc:spChg chg="add mod">
          <ac:chgData name="Birgit Penzenstadler" userId="175b32fb-5bc5-4f57-a096-5aeade240e6e" providerId="ADAL" clId="{C1B477C0-673C-334A-8C38-8D4F775D3D9A}" dt="2024-07-17T08:40:38.692" v="848"/>
          <ac:spMkLst>
            <pc:docMk/>
            <pc:sldMk cId="2932840141" sldId="256"/>
            <ac:spMk id="8" creationId="{8EA04B8D-D7F1-6A36-FBEF-589B312B2755}"/>
          </ac:spMkLst>
        </pc:spChg>
        <pc:spChg chg="add del mod">
          <ac:chgData name="Birgit Penzenstadler" userId="175b32fb-5bc5-4f57-a096-5aeade240e6e" providerId="ADAL" clId="{C1B477C0-673C-334A-8C38-8D4F775D3D9A}" dt="2024-07-17T08:40:54.939" v="852" actId="21"/>
          <ac:spMkLst>
            <pc:docMk/>
            <pc:sldMk cId="2932840141" sldId="256"/>
            <ac:spMk id="9" creationId="{F5224D37-80FC-076A-AE78-0F1F8960AA4E}"/>
          </ac:spMkLst>
        </pc:spChg>
      </pc:sldChg>
      <pc:sldChg chg="addSp delSp modSp mod">
        <pc:chgData name="Birgit Penzenstadler" userId="175b32fb-5bc5-4f57-a096-5aeade240e6e" providerId="ADAL" clId="{C1B477C0-673C-334A-8C38-8D4F775D3D9A}" dt="2024-07-17T08:42:53.932" v="892" actId="21"/>
        <pc:sldMkLst>
          <pc:docMk/>
          <pc:sldMk cId="3205955705" sldId="257"/>
        </pc:sldMkLst>
        <pc:spChg chg="mod">
          <ac:chgData name="Birgit Penzenstadler" userId="175b32fb-5bc5-4f57-a096-5aeade240e6e" providerId="ADAL" clId="{C1B477C0-673C-334A-8C38-8D4F775D3D9A}" dt="2024-07-17T08:24:13.738" v="76" actId="20577"/>
          <ac:spMkLst>
            <pc:docMk/>
            <pc:sldMk cId="3205955705" sldId="257"/>
            <ac:spMk id="2" creationId="{68341CAA-1230-748B-E37B-9A57D2152AC2}"/>
          </ac:spMkLst>
        </pc:spChg>
        <pc:spChg chg="add del mod">
          <ac:chgData name="Birgit Penzenstadler" userId="175b32fb-5bc5-4f57-a096-5aeade240e6e" providerId="ADAL" clId="{C1B477C0-673C-334A-8C38-8D4F775D3D9A}" dt="2024-07-17T08:29:53.753" v="250" actId="20577"/>
          <ac:spMkLst>
            <pc:docMk/>
            <pc:sldMk cId="3205955705" sldId="257"/>
            <ac:spMk id="3" creationId="{76120C3E-F569-C04E-5F4E-560076963B4E}"/>
          </ac:spMkLst>
        </pc:spChg>
        <pc:spChg chg="add del mod">
          <ac:chgData name="Birgit Penzenstadler" userId="175b32fb-5bc5-4f57-a096-5aeade240e6e" providerId="ADAL" clId="{C1B477C0-673C-334A-8C38-8D4F775D3D9A}" dt="2024-07-17T08:26:44.891" v="78" actId="478"/>
          <ac:spMkLst>
            <pc:docMk/>
            <pc:sldMk cId="3205955705" sldId="257"/>
            <ac:spMk id="5" creationId="{F661796A-D66D-1454-688E-F9782249A1B4}"/>
          </ac:spMkLst>
        </pc:spChg>
        <pc:spChg chg="add mod">
          <ac:chgData name="Birgit Penzenstadler" userId="175b32fb-5bc5-4f57-a096-5aeade240e6e" providerId="ADAL" clId="{C1B477C0-673C-334A-8C38-8D4F775D3D9A}" dt="2024-07-17T08:40:23.281" v="842" actId="1035"/>
          <ac:spMkLst>
            <pc:docMk/>
            <pc:sldMk cId="3205955705" sldId="257"/>
            <ac:spMk id="7" creationId="{21883ED4-473E-AC2D-347F-972441B8B57E}"/>
          </ac:spMkLst>
        </pc:spChg>
        <pc:spChg chg="add mod">
          <ac:chgData name="Birgit Penzenstadler" userId="175b32fb-5bc5-4f57-a096-5aeade240e6e" providerId="ADAL" clId="{C1B477C0-673C-334A-8C38-8D4F775D3D9A}" dt="2024-07-17T08:40:23.281" v="842" actId="1035"/>
          <ac:spMkLst>
            <pc:docMk/>
            <pc:sldMk cId="3205955705" sldId="257"/>
            <ac:spMk id="8" creationId="{24A8A46B-8509-F274-B93D-B777F4766A39}"/>
          </ac:spMkLst>
        </pc:spChg>
        <pc:spChg chg="add mod">
          <ac:chgData name="Birgit Penzenstadler" userId="175b32fb-5bc5-4f57-a096-5aeade240e6e" providerId="ADAL" clId="{C1B477C0-673C-334A-8C38-8D4F775D3D9A}" dt="2024-07-17T08:40:23.281" v="842" actId="1035"/>
          <ac:spMkLst>
            <pc:docMk/>
            <pc:sldMk cId="3205955705" sldId="257"/>
            <ac:spMk id="9" creationId="{3A3BF05B-BEC4-EF11-A212-CA7031413910}"/>
          </ac:spMkLst>
        </pc:spChg>
        <pc:spChg chg="add mod">
          <ac:chgData name="Birgit Penzenstadler" userId="175b32fb-5bc5-4f57-a096-5aeade240e6e" providerId="ADAL" clId="{C1B477C0-673C-334A-8C38-8D4F775D3D9A}" dt="2024-07-17T08:41:19.116" v="877" actId="1035"/>
          <ac:spMkLst>
            <pc:docMk/>
            <pc:sldMk cId="3205955705" sldId="257"/>
            <ac:spMk id="10" creationId="{2395448A-33EF-8928-9059-BB1239E19453}"/>
          </ac:spMkLst>
        </pc:spChg>
        <pc:picChg chg="add mod">
          <ac:chgData name="Birgit Penzenstadler" userId="175b32fb-5bc5-4f57-a096-5aeade240e6e" providerId="ADAL" clId="{C1B477C0-673C-334A-8C38-8D4F775D3D9A}" dt="2024-07-17T08:29:56.970" v="251" actId="1076"/>
          <ac:picMkLst>
            <pc:docMk/>
            <pc:sldMk cId="3205955705" sldId="257"/>
            <ac:picMk id="6" creationId="{DF3A1CAF-2772-9FC9-204F-2F0606E2570D}"/>
          </ac:picMkLst>
        </pc:picChg>
        <pc:picChg chg="add del mod">
          <ac:chgData name="Birgit Penzenstadler" userId="175b32fb-5bc5-4f57-a096-5aeade240e6e" providerId="ADAL" clId="{C1B477C0-673C-334A-8C38-8D4F775D3D9A}" dt="2024-07-17T08:42:53.932" v="892" actId="21"/>
          <ac:picMkLst>
            <pc:docMk/>
            <pc:sldMk cId="3205955705" sldId="257"/>
            <ac:picMk id="11" creationId="{F12F791B-BA7F-817A-ECCE-B76B71A6061A}"/>
          </ac:picMkLst>
        </pc:picChg>
      </pc:sldChg>
      <pc:sldChg chg="addSp delSp modSp mod ord">
        <pc:chgData name="Birgit Penzenstadler" userId="175b32fb-5bc5-4f57-a096-5aeade240e6e" providerId="ADAL" clId="{C1B477C0-673C-334A-8C38-8D4F775D3D9A}" dt="2024-07-17T08:41:12.058" v="874" actId="20577"/>
        <pc:sldMkLst>
          <pc:docMk/>
          <pc:sldMk cId="1023687939" sldId="258"/>
        </pc:sldMkLst>
        <pc:spChg chg="mod">
          <ac:chgData name="Birgit Penzenstadler" userId="175b32fb-5bc5-4f57-a096-5aeade240e6e" providerId="ADAL" clId="{C1B477C0-673C-334A-8C38-8D4F775D3D9A}" dt="2024-07-17T08:27:51.336" v="170" actId="20577"/>
          <ac:spMkLst>
            <pc:docMk/>
            <pc:sldMk cId="1023687939" sldId="258"/>
            <ac:spMk id="2" creationId="{68341CAA-1230-748B-E37B-9A57D2152AC2}"/>
          </ac:spMkLst>
        </pc:spChg>
        <pc:spChg chg="del mod">
          <ac:chgData name="Birgit Penzenstadler" userId="175b32fb-5bc5-4f57-a096-5aeade240e6e" providerId="ADAL" clId="{C1B477C0-673C-334A-8C38-8D4F775D3D9A}" dt="2024-07-17T08:28:31.770" v="172"/>
          <ac:spMkLst>
            <pc:docMk/>
            <pc:sldMk cId="1023687939" sldId="258"/>
            <ac:spMk id="3" creationId="{76120C3E-F569-C04E-5F4E-560076963B4E}"/>
          </ac:spMkLst>
        </pc:spChg>
        <pc:spChg chg="add mod">
          <ac:chgData name="Birgit Penzenstadler" userId="175b32fb-5bc5-4f57-a096-5aeade240e6e" providerId="ADAL" clId="{C1B477C0-673C-334A-8C38-8D4F775D3D9A}" dt="2024-07-17T08:29:19.192" v="235" actId="20577"/>
          <ac:spMkLst>
            <pc:docMk/>
            <pc:sldMk cId="1023687939" sldId="258"/>
            <ac:spMk id="7" creationId="{2B500493-C59B-902E-4097-DB6ED5E7F02B}"/>
          </ac:spMkLst>
        </pc:spChg>
        <pc:spChg chg="add mod">
          <ac:chgData name="Birgit Penzenstadler" userId="175b32fb-5bc5-4f57-a096-5aeade240e6e" providerId="ADAL" clId="{C1B477C0-673C-334A-8C38-8D4F775D3D9A}" dt="2024-07-17T08:40:08.043" v="838" actId="1076"/>
          <ac:spMkLst>
            <pc:docMk/>
            <pc:sldMk cId="1023687939" sldId="258"/>
            <ac:spMk id="10" creationId="{41FA88E7-4967-642C-5D84-0A64876979E0}"/>
          </ac:spMkLst>
        </pc:spChg>
        <pc:spChg chg="add mod">
          <ac:chgData name="Birgit Penzenstadler" userId="175b32fb-5bc5-4f57-a096-5aeade240e6e" providerId="ADAL" clId="{C1B477C0-673C-334A-8C38-8D4F775D3D9A}" dt="2024-07-17T08:39:55.141" v="837" actId="1035"/>
          <ac:spMkLst>
            <pc:docMk/>
            <pc:sldMk cId="1023687939" sldId="258"/>
            <ac:spMk id="11" creationId="{B83923A1-3740-2DAC-00F7-63D23FA978BF}"/>
          </ac:spMkLst>
        </pc:spChg>
        <pc:spChg chg="add mod">
          <ac:chgData name="Birgit Penzenstadler" userId="175b32fb-5bc5-4f57-a096-5aeade240e6e" providerId="ADAL" clId="{C1B477C0-673C-334A-8C38-8D4F775D3D9A}" dt="2024-07-17T08:40:16.381" v="839" actId="1076"/>
          <ac:spMkLst>
            <pc:docMk/>
            <pc:sldMk cId="1023687939" sldId="258"/>
            <ac:spMk id="12" creationId="{F42E6F33-20D5-6459-BF10-CFA680249FA0}"/>
          </ac:spMkLst>
        </pc:spChg>
        <pc:spChg chg="add mod">
          <ac:chgData name="Birgit Penzenstadler" userId="175b32fb-5bc5-4f57-a096-5aeade240e6e" providerId="ADAL" clId="{C1B477C0-673C-334A-8C38-8D4F775D3D9A}" dt="2024-07-17T08:41:12.058" v="874" actId="20577"/>
          <ac:spMkLst>
            <pc:docMk/>
            <pc:sldMk cId="1023687939" sldId="258"/>
            <ac:spMk id="13" creationId="{460D6B67-EA34-833F-EE55-9BC9410DC70E}"/>
          </ac:spMkLst>
        </pc:spChg>
        <pc:picChg chg="add del mod">
          <ac:chgData name="Birgit Penzenstadler" userId="175b32fb-5bc5-4f57-a096-5aeade240e6e" providerId="ADAL" clId="{C1B477C0-673C-334A-8C38-8D4F775D3D9A}" dt="2024-07-17T08:28:37.466" v="175" actId="21"/>
          <ac:picMkLst>
            <pc:docMk/>
            <pc:sldMk cId="1023687939" sldId="258"/>
            <ac:picMk id="5" creationId="{7DF8E961-AB21-74B5-992D-0F098B861976}"/>
          </ac:picMkLst>
        </pc:picChg>
        <pc:picChg chg="add mod">
          <ac:chgData name="Birgit Penzenstadler" userId="175b32fb-5bc5-4f57-a096-5aeade240e6e" providerId="ADAL" clId="{C1B477C0-673C-334A-8C38-8D4F775D3D9A}" dt="2024-07-17T08:39:47.493" v="825" actId="1076"/>
          <ac:picMkLst>
            <pc:docMk/>
            <pc:sldMk cId="1023687939" sldId="258"/>
            <ac:picMk id="9" creationId="{C7B1117D-B92B-1B25-8344-725A8B3B83FD}"/>
          </ac:picMkLst>
        </pc:picChg>
      </pc:sldChg>
      <pc:sldChg chg="addSp modSp mod ord">
        <pc:chgData name="Birgit Penzenstadler" userId="175b32fb-5bc5-4f57-a096-5aeade240e6e" providerId="ADAL" clId="{C1B477C0-673C-334A-8C38-8D4F775D3D9A}" dt="2024-07-17T08:41:58.687" v="885" actId="20578"/>
        <pc:sldMkLst>
          <pc:docMk/>
          <pc:sldMk cId="3612628387" sldId="259"/>
        </pc:sldMkLst>
        <pc:spChg chg="mod">
          <ac:chgData name="Birgit Penzenstadler" userId="175b32fb-5bc5-4f57-a096-5aeade240e6e" providerId="ADAL" clId="{C1B477C0-673C-334A-8C38-8D4F775D3D9A}" dt="2024-07-17T08:34:48.264" v="656" actId="20577"/>
          <ac:spMkLst>
            <pc:docMk/>
            <pc:sldMk cId="3612628387" sldId="259"/>
            <ac:spMk id="3" creationId="{76120C3E-F569-C04E-5F4E-560076963B4E}"/>
          </ac:spMkLst>
        </pc:spChg>
        <pc:spChg chg="add mod">
          <ac:chgData name="Birgit Penzenstadler" userId="175b32fb-5bc5-4f57-a096-5aeade240e6e" providerId="ADAL" clId="{C1B477C0-673C-334A-8C38-8D4F775D3D9A}" dt="2024-07-17T08:40:28.542" v="846"/>
          <ac:spMkLst>
            <pc:docMk/>
            <pc:sldMk cId="3612628387" sldId="259"/>
            <ac:spMk id="6" creationId="{61EE4D33-0EFF-A9C5-BA03-0B0E59150858}"/>
          </ac:spMkLst>
        </pc:spChg>
        <pc:spChg chg="add mod">
          <ac:chgData name="Birgit Penzenstadler" userId="175b32fb-5bc5-4f57-a096-5aeade240e6e" providerId="ADAL" clId="{C1B477C0-673C-334A-8C38-8D4F775D3D9A}" dt="2024-07-17T08:40:28.542" v="846"/>
          <ac:spMkLst>
            <pc:docMk/>
            <pc:sldMk cId="3612628387" sldId="259"/>
            <ac:spMk id="7" creationId="{2E325D1B-DE99-E3F0-BE44-32C115948793}"/>
          </ac:spMkLst>
        </pc:spChg>
        <pc:spChg chg="add mod">
          <ac:chgData name="Birgit Penzenstadler" userId="175b32fb-5bc5-4f57-a096-5aeade240e6e" providerId="ADAL" clId="{C1B477C0-673C-334A-8C38-8D4F775D3D9A}" dt="2024-07-17T08:40:28.542" v="846"/>
          <ac:spMkLst>
            <pc:docMk/>
            <pc:sldMk cId="3612628387" sldId="259"/>
            <ac:spMk id="8" creationId="{E8442423-8FE0-417C-1F73-70DA8833EDBB}"/>
          </ac:spMkLst>
        </pc:spChg>
        <pc:spChg chg="add mod">
          <ac:chgData name="Birgit Penzenstadler" userId="175b32fb-5bc5-4f57-a096-5aeade240e6e" providerId="ADAL" clId="{C1B477C0-673C-334A-8C38-8D4F775D3D9A}" dt="2024-07-17T08:41:23.272" v="881"/>
          <ac:spMkLst>
            <pc:docMk/>
            <pc:sldMk cId="3612628387" sldId="259"/>
            <ac:spMk id="9" creationId="{AF9B8D21-85B9-F6E7-DD34-22BFF076A987}"/>
          </ac:spMkLst>
        </pc:spChg>
        <pc:picChg chg="add mod modCrop">
          <ac:chgData name="Birgit Penzenstadler" userId="175b32fb-5bc5-4f57-a096-5aeade240e6e" providerId="ADAL" clId="{C1B477C0-673C-334A-8C38-8D4F775D3D9A}" dt="2024-07-17T08:41:51.155" v="883" actId="732"/>
          <ac:picMkLst>
            <pc:docMk/>
            <pc:sldMk cId="3612628387" sldId="259"/>
            <ac:picMk id="5" creationId="{F1245E66-6C2F-16EA-D944-5332825062D6}"/>
          </ac:picMkLst>
        </pc:picChg>
      </pc:sldChg>
      <pc:sldChg chg="addSp delSp modSp mod">
        <pc:chgData name="Birgit Penzenstadler" userId="175b32fb-5bc5-4f57-a096-5aeade240e6e" providerId="ADAL" clId="{C1B477C0-673C-334A-8C38-8D4F775D3D9A}" dt="2024-07-17T08:43:52.505" v="976" actId="1076"/>
        <pc:sldMkLst>
          <pc:docMk/>
          <pc:sldMk cId="51964610" sldId="260"/>
        </pc:sldMkLst>
        <pc:spChg chg="mod">
          <ac:chgData name="Birgit Penzenstadler" userId="175b32fb-5bc5-4f57-a096-5aeade240e6e" providerId="ADAL" clId="{C1B477C0-673C-334A-8C38-8D4F775D3D9A}" dt="2024-07-17T08:36:17.086" v="673" actId="20577"/>
          <ac:spMkLst>
            <pc:docMk/>
            <pc:sldMk cId="51964610" sldId="260"/>
            <ac:spMk id="2" creationId="{888C874A-4BC1-96BE-9593-BCE353DBCA91}"/>
          </ac:spMkLst>
        </pc:spChg>
        <pc:spChg chg="mod">
          <ac:chgData name="Birgit Penzenstadler" userId="175b32fb-5bc5-4f57-a096-5aeade240e6e" providerId="ADAL" clId="{C1B477C0-673C-334A-8C38-8D4F775D3D9A}" dt="2024-07-17T08:36:29.786" v="697" actId="5793"/>
          <ac:spMkLst>
            <pc:docMk/>
            <pc:sldMk cId="51964610" sldId="260"/>
            <ac:spMk id="3" creationId="{BD9BF7A4-06A7-047E-1CA2-C59B2062B3B1}"/>
          </ac:spMkLst>
        </pc:spChg>
        <pc:spChg chg="add del mod">
          <ac:chgData name="Birgit Penzenstadler" userId="175b32fb-5bc5-4f57-a096-5aeade240e6e" providerId="ADAL" clId="{C1B477C0-673C-334A-8C38-8D4F775D3D9A}" dt="2024-07-17T08:37:56.969" v="804"/>
          <ac:spMkLst>
            <pc:docMk/>
            <pc:sldMk cId="51964610" sldId="260"/>
            <ac:spMk id="4" creationId="{F78F92A2-F48E-4B96-3398-FFAC6527A6D6}"/>
          </ac:spMkLst>
        </pc:spChg>
        <pc:spChg chg="add mod">
          <ac:chgData name="Birgit Penzenstadler" userId="175b32fb-5bc5-4f57-a096-5aeade240e6e" providerId="ADAL" clId="{C1B477C0-673C-334A-8C38-8D4F775D3D9A}" dt="2024-07-17T08:40:29.944" v="847"/>
          <ac:spMkLst>
            <pc:docMk/>
            <pc:sldMk cId="51964610" sldId="260"/>
            <ac:spMk id="5" creationId="{8354E8A3-411C-0649-EC84-D8A961E474B5}"/>
          </ac:spMkLst>
        </pc:spChg>
        <pc:spChg chg="add mod">
          <ac:chgData name="Birgit Penzenstadler" userId="175b32fb-5bc5-4f57-a096-5aeade240e6e" providerId="ADAL" clId="{C1B477C0-673C-334A-8C38-8D4F775D3D9A}" dt="2024-07-17T08:40:29.944" v="847"/>
          <ac:spMkLst>
            <pc:docMk/>
            <pc:sldMk cId="51964610" sldId="260"/>
            <ac:spMk id="6" creationId="{D3BEE565-F686-9234-5DFF-212CCC7653BA}"/>
          </ac:spMkLst>
        </pc:spChg>
        <pc:spChg chg="add mod">
          <ac:chgData name="Birgit Penzenstadler" userId="175b32fb-5bc5-4f57-a096-5aeade240e6e" providerId="ADAL" clId="{C1B477C0-673C-334A-8C38-8D4F775D3D9A}" dt="2024-07-17T08:40:29.944" v="847"/>
          <ac:spMkLst>
            <pc:docMk/>
            <pc:sldMk cId="51964610" sldId="260"/>
            <ac:spMk id="7" creationId="{7E434B02-B385-F419-C33F-DFA15C5C67E7}"/>
          </ac:spMkLst>
        </pc:spChg>
        <pc:spChg chg="add mod">
          <ac:chgData name="Birgit Penzenstadler" userId="175b32fb-5bc5-4f57-a096-5aeade240e6e" providerId="ADAL" clId="{C1B477C0-673C-334A-8C38-8D4F775D3D9A}" dt="2024-07-17T08:41:24.287" v="882"/>
          <ac:spMkLst>
            <pc:docMk/>
            <pc:sldMk cId="51964610" sldId="260"/>
            <ac:spMk id="8" creationId="{8221C9FA-0776-2247-600F-56028ED97C7C}"/>
          </ac:spMkLst>
        </pc:spChg>
        <pc:spChg chg="add mod">
          <ac:chgData name="Birgit Penzenstadler" userId="175b32fb-5bc5-4f57-a096-5aeade240e6e" providerId="ADAL" clId="{C1B477C0-673C-334A-8C38-8D4F775D3D9A}" dt="2024-07-17T08:43:52.505" v="976" actId="1076"/>
          <ac:spMkLst>
            <pc:docMk/>
            <pc:sldMk cId="51964610" sldId="260"/>
            <ac:spMk id="10" creationId="{EC63539A-4324-DE02-631E-91780776B87E}"/>
          </ac:spMkLst>
        </pc:spChg>
        <pc:picChg chg="add mod">
          <ac:chgData name="Birgit Penzenstadler" userId="175b32fb-5bc5-4f57-a096-5aeade240e6e" providerId="ADAL" clId="{C1B477C0-673C-334A-8C38-8D4F775D3D9A}" dt="2024-07-17T08:43:52.505" v="976" actId="1076"/>
          <ac:picMkLst>
            <pc:docMk/>
            <pc:sldMk cId="51964610" sldId="260"/>
            <ac:picMk id="9" creationId="{5464FA12-6C96-C1A0-D111-F76748E6250A}"/>
          </ac:picMkLst>
        </pc:picChg>
      </pc:sldChg>
      <pc:sldChg chg="addSp modSp add mod">
        <pc:chgData name="Birgit Penzenstadler" userId="175b32fb-5bc5-4f57-a096-5aeade240e6e" providerId="ADAL" clId="{C1B477C0-673C-334A-8C38-8D4F775D3D9A}" dt="2024-07-17T08:42:27.065" v="890" actId="20577"/>
        <pc:sldMkLst>
          <pc:docMk/>
          <pc:sldMk cId="610703112" sldId="261"/>
        </pc:sldMkLst>
        <pc:spChg chg="mod">
          <ac:chgData name="Birgit Penzenstadler" userId="175b32fb-5bc5-4f57-a096-5aeade240e6e" providerId="ADAL" clId="{C1B477C0-673C-334A-8C38-8D4F775D3D9A}" dt="2024-07-17T08:42:27.065" v="890" actId="20577"/>
          <ac:spMkLst>
            <pc:docMk/>
            <pc:sldMk cId="610703112" sldId="261"/>
            <ac:spMk id="3" creationId="{76120C3E-F569-C04E-5F4E-560076963B4E}"/>
          </ac:spMkLst>
        </pc:spChg>
        <pc:spChg chg="add mod">
          <ac:chgData name="Birgit Penzenstadler" userId="175b32fb-5bc5-4f57-a096-5aeade240e6e" providerId="ADAL" clId="{C1B477C0-673C-334A-8C38-8D4F775D3D9A}" dt="2024-07-17T08:40:24.700" v="843"/>
          <ac:spMkLst>
            <pc:docMk/>
            <pc:sldMk cId="610703112" sldId="261"/>
            <ac:spMk id="4" creationId="{64D56515-3AA5-CD0C-98F8-42E131B17E9F}"/>
          </ac:spMkLst>
        </pc:spChg>
        <pc:spChg chg="add mod">
          <ac:chgData name="Birgit Penzenstadler" userId="175b32fb-5bc5-4f57-a096-5aeade240e6e" providerId="ADAL" clId="{C1B477C0-673C-334A-8C38-8D4F775D3D9A}" dt="2024-07-17T08:40:24.700" v="843"/>
          <ac:spMkLst>
            <pc:docMk/>
            <pc:sldMk cId="610703112" sldId="261"/>
            <ac:spMk id="5" creationId="{4EF3DDC9-3968-C329-4C03-7ED3D6063369}"/>
          </ac:spMkLst>
        </pc:spChg>
        <pc:spChg chg="add mod">
          <ac:chgData name="Birgit Penzenstadler" userId="175b32fb-5bc5-4f57-a096-5aeade240e6e" providerId="ADAL" clId="{C1B477C0-673C-334A-8C38-8D4F775D3D9A}" dt="2024-07-17T08:40:24.700" v="843"/>
          <ac:spMkLst>
            <pc:docMk/>
            <pc:sldMk cId="610703112" sldId="261"/>
            <ac:spMk id="6" creationId="{3B2C9C66-90CA-AD7F-9F71-98EAEC3CB1F7}"/>
          </ac:spMkLst>
        </pc:spChg>
        <pc:spChg chg="add mod">
          <ac:chgData name="Birgit Penzenstadler" userId="175b32fb-5bc5-4f57-a096-5aeade240e6e" providerId="ADAL" clId="{C1B477C0-673C-334A-8C38-8D4F775D3D9A}" dt="2024-07-17T08:41:20.298" v="878"/>
          <ac:spMkLst>
            <pc:docMk/>
            <pc:sldMk cId="610703112" sldId="261"/>
            <ac:spMk id="7" creationId="{698DD3FE-DE6F-B002-5BE4-B4B94311F334}"/>
          </ac:spMkLst>
        </pc:spChg>
      </pc:sldChg>
      <pc:sldChg chg="addSp modSp new mod">
        <pc:chgData name="Birgit Penzenstadler" userId="175b32fb-5bc5-4f57-a096-5aeade240e6e" providerId="ADAL" clId="{C1B477C0-673C-334A-8C38-8D4F775D3D9A}" dt="2024-07-17T08:45:09.228" v="1021" actId="113"/>
        <pc:sldMkLst>
          <pc:docMk/>
          <pc:sldMk cId="2327489357" sldId="262"/>
        </pc:sldMkLst>
        <pc:spChg chg="mod">
          <ac:chgData name="Birgit Penzenstadler" userId="175b32fb-5bc5-4f57-a096-5aeade240e6e" providerId="ADAL" clId="{C1B477C0-673C-334A-8C38-8D4F775D3D9A}" dt="2024-07-17T08:32:30.705" v="538" actId="20577"/>
          <ac:spMkLst>
            <pc:docMk/>
            <pc:sldMk cId="2327489357" sldId="262"/>
            <ac:spMk id="2" creationId="{6AA45996-16E4-23F7-065D-E46B6F014241}"/>
          </ac:spMkLst>
        </pc:spChg>
        <pc:spChg chg="mod">
          <ac:chgData name="Birgit Penzenstadler" userId="175b32fb-5bc5-4f57-a096-5aeade240e6e" providerId="ADAL" clId="{C1B477C0-673C-334A-8C38-8D4F775D3D9A}" dt="2024-07-17T08:32:37.012" v="559" actId="20577"/>
          <ac:spMkLst>
            <pc:docMk/>
            <pc:sldMk cId="2327489357" sldId="262"/>
            <ac:spMk id="3" creationId="{3136003C-A64E-4C25-A9D2-76AFC2CDF072}"/>
          </ac:spMkLst>
        </pc:spChg>
        <pc:spChg chg="add mod">
          <ac:chgData name="Birgit Penzenstadler" userId="175b32fb-5bc5-4f57-a096-5aeade240e6e" providerId="ADAL" clId="{C1B477C0-673C-334A-8C38-8D4F775D3D9A}" dt="2024-07-17T08:40:25.768" v="844"/>
          <ac:spMkLst>
            <pc:docMk/>
            <pc:sldMk cId="2327489357" sldId="262"/>
            <ac:spMk id="4" creationId="{7D3C6EEB-A136-3D67-6C88-C91C3E1ECAA9}"/>
          </ac:spMkLst>
        </pc:spChg>
        <pc:spChg chg="add mod">
          <ac:chgData name="Birgit Penzenstadler" userId="175b32fb-5bc5-4f57-a096-5aeade240e6e" providerId="ADAL" clId="{C1B477C0-673C-334A-8C38-8D4F775D3D9A}" dt="2024-07-17T08:40:25.768" v="844"/>
          <ac:spMkLst>
            <pc:docMk/>
            <pc:sldMk cId="2327489357" sldId="262"/>
            <ac:spMk id="5" creationId="{14C1B788-A547-F603-7557-2FA1F16F62E1}"/>
          </ac:spMkLst>
        </pc:spChg>
        <pc:spChg chg="add mod">
          <ac:chgData name="Birgit Penzenstadler" userId="175b32fb-5bc5-4f57-a096-5aeade240e6e" providerId="ADAL" clId="{C1B477C0-673C-334A-8C38-8D4F775D3D9A}" dt="2024-07-17T08:40:25.768" v="844"/>
          <ac:spMkLst>
            <pc:docMk/>
            <pc:sldMk cId="2327489357" sldId="262"/>
            <ac:spMk id="6" creationId="{610551C8-2EA6-275B-BB63-8C29764F0C44}"/>
          </ac:spMkLst>
        </pc:spChg>
        <pc:spChg chg="add mod">
          <ac:chgData name="Birgit Penzenstadler" userId="175b32fb-5bc5-4f57-a096-5aeade240e6e" providerId="ADAL" clId="{C1B477C0-673C-334A-8C38-8D4F775D3D9A}" dt="2024-07-17T08:41:21.205" v="879"/>
          <ac:spMkLst>
            <pc:docMk/>
            <pc:sldMk cId="2327489357" sldId="262"/>
            <ac:spMk id="7" creationId="{C8492574-A2E2-A803-F932-6CEC6DEC416D}"/>
          </ac:spMkLst>
        </pc:spChg>
        <pc:spChg chg="add mod">
          <ac:chgData name="Birgit Penzenstadler" userId="175b32fb-5bc5-4f57-a096-5aeade240e6e" providerId="ADAL" clId="{C1B477C0-673C-334A-8C38-8D4F775D3D9A}" dt="2024-07-17T08:45:09.228" v="1021" actId="113"/>
          <ac:spMkLst>
            <pc:docMk/>
            <pc:sldMk cId="2327489357" sldId="262"/>
            <ac:spMk id="8" creationId="{A9A0CD20-FC36-9274-62F0-554299789876}"/>
          </ac:spMkLst>
        </pc:spChg>
      </pc:sldChg>
      <pc:sldChg chg="addSp delSp modSp add mod">
        <pc:chgData name="Birgit Penzenstadler" userId="175b32fb-5bc5-4f57-a096-5aeade240e6e" providerId="ADAL" clId="{C1B477C0-673C-334A-8C38-8D4F775D3D9A}" dt="2024-07-17T08:45:11.661" v="1022" actId="113"/>
        <pc:sldMkLst>
          <pc:docMk/>
          <pc:sldMk cId="1909929857" sldId="263"/>
        </pc:sldMkLst>
        <pc:spChg chg="mod">
          <ac:chgData name="Birgit Penzenstadler" userId="175b32fb-5bc5-4f57-a096-5aeade240e6e" providerId="ADAL" clId="{C1B477C0-673C-334A-8C38-8D4F775D3D9A}" dt="2024-07-17T08:32:41.636" v="567" actId="20577"/>
          <ac:spMkLst>
            <pc:docMk/>
            <pc:sldMk cId="1909929857" sldId="263"/>
            <ac:spMk id="2" creationId="{6AA45996-16E4-23F7-065D-E46B6F014241}"/>
          </ac:spMkLst>
        </pc:spChg>
        <pc:spChg chg="mod">
          <ac:chgData name="Birgit Penzenstadler" userId="175b32fb-5bc5-4f57-a096-5aeade240e6e" providerId="ADAL" clId="{C1B477C0-673C-334A-8C38-8D4F775D3D9A}" dt="2024-07-17T08:32:58.442" v="638" actId="20577"/>
          <ac:spMkLst>
            <pc:docMk/>
            <pc:sldMk cId="1909929857" sldId="263"/>
            <ac:spMk id="3" creationId="{3136003C-A64E-4C25-A9D2-76AFC2CDF072}"/>
          </ac:spMkLst>
        </pc:spChg>
        <pc:spChg chg="add mod">
          <ac:chgData name="Birgit Penzenstadler" userId="175b32fb-5bc5-4f57-a096-5aeade240e6e" providerId="ADAL" clId="{C1B477C0-673C-334A-8C38-8D4F775D3D9A}" dt="2024-07-17T08:40:27.354" v="845"/>
          <ac:spMkLst>
            <pc:docMk/>
            <pc:sldMk cId="1909929857" sldId="263"/>
            <ac:spMk id="4" creationId="{2E6B8D52-B37D-46EE-8C08-AAECF4CA17FE}"/>
          </ac:spMkLst>
        </pc:spChg>
        <pc:spChg chg="add mod">
          <ac:chgData name="Birgit Penzenstadler" userId="175b32fb-5bc5-4f57-a096-5aeade240e6e" providerId="ADAL" clId="{C1B477C0-673C-334A-8C38-8D4F775D3D9A}" dt="2024-07-17T08:40:27.354" v="845"/>
          <ac:spMkLst>
            <pc:docMk/>
            <pc:sldMk cId="1909929857" sldId="263"/>
            <ac:spMk id="5" creationId="{B334E22D-8C15-386A-70D0-9D1DE7855174}"/>
          </ac:spMkLst>
        </pc:spChg>
        <pc:spChg chg="add mod">
          <ac:chgData name="Birgit Penzenstadler" userId="175b32fb-5bc5-4f57-a096-5aeade240e6e" providerId="ADAL" clId="{C1B477C0-673C-334A-8C38-8D4F775D3D9A}" dt="2024-07-17T08:40:27.354" v="845"/>
          <ac:spMkLst>
            <pc:docMk/>
            <pc:sldMk cId="1909929857" sldId="263"/>
            <ac:spMk id="6" creationId="{5FB5746F-C222-4C63-1B0F-18F029A86DBF}"/>
          </ac:spMkLst>
        </pc:spChg>
        <pc:spChg chg="add mod">
          <ac:chgData name="Birgit Penzenstadler" userId="175b32fb-5bc5-4f57-a096-5aeade240e6e" providerId="ADAL" clId="{C1B477C0-673C-334A-8C38-8D4F775D3D9A}" dt="2024-07-17T08:41:22.432" v="880"/>
          <ac:spMkLst>
            <pc:docMk/>
            <pc:sldMk cId="1909929857" sldId="263"/>
            <ac:spMk id="7" creationId="{2524F9EE-E60E-9309-58DB-EDD5267F9770}"/>
          </ac:spMkLst>
        </pc:spChg>
        <pc:spChg chg="add del mod">
          <ac:chgData name="Birgit Penzenstadler" userId="175b32fb-5bc5-4f57-a096-5aeade240e6e" providerId="ADAL" clId="{C1B477C0-673C-334A-8C38-8D4F775D3D9A}" dt="2024-07-17T08:44:51.890" v="1017" actId="478"/>
          <ac:spMkLst>
            <pc:docMk/>
            <pc:sldMk cId="1909929857" sldId="263"/>
            <ac:spMk id="8" creationId="{BD724E15-664A-9AE6-5896-DFE44AB2F2A3}"/>
          </ac:spMkLst>
        </pc:spChg>
        <pc:spChg chg="add mod">
          <ac:chgData name="Birgit Penzenstadler" userId="175b32fb-5bc5-4f57-a096-5aeade240e6e" providerId="ADAL" clId="{C1B477C0-673C-334A-8C38-8D4F775D3D9A}" dt="2024-07-17T08:45:11.661" v="1022" actId="113"/>
          <ac:spMkLst>
            <pc:docMk/>
            <pc:sldMk cId="1909929857" sldId="263"/>
            <ac:spMk id="9" creationId="{D4445FB1-6535-E8E9-EB09-9AB6D1EA4E69}"/>
          </ac:spMkLst>
        </pc:spChg>
      </pc:sldChg>
      <pc:sldMasterChg chg="modSldLayout">
        <pc:chgData name="Birgit Penzenstadler" userId="175b32fb-5bc5-4f57-a096-5aeade240e6e" providerId="ADAL" clId="{C1B477C0-673C-334A-8C38-8D4F775D3D9A}" dt="2024-07-17T08:38:37.427" v="823" actId="20577"/>
        <pc:sldMasterMkLst>
          <pc:docMk/>
          <pc:sldMasterMk cId="2594124012" sldId="2147483648"/>
        </pc:sldMasterMkLst>
        <pc:sldLayoutChg chg="modSp mod">
          <pc:chgData name="Birgit Penzenstadler" userId="175b32fb-5bc5-4f57-a096-5aeade240e6e" providerId="ADAL" clId="{C1B477C0-673C-334A-8C38-8D4F775D3D9A}" dt="2024-07-17T08:38:24.105" v="821" actId="20577"/>
          <pc:sldLayoutMkLst>
            <pc:docMk/>
            <pc:sldMasterMk cId="2594124012" sldId="2147483648"/>
            <pc:sldLayoutMk cId="3635985440" sldId="2147483649"/>
          </pc:sldLayoutMkLst>
          <pc:spChg chg="mod">
            <ac:chgData name="Birgit Penzenstadler" userId="175b32fb-5bc5-4f57-a096-5aeade240e6e" providerId="ADAL" clId="{C1B477C0-673C-334A-8C38-8D4F775D3D9A}" dt="2024-07-17T08:38:24.105" v="821" actId="20577"/>
            <ac:spMkLst>
              <pc:docMk/>
              <pc:sldMasterMk cId="2594124012" sldId="2147483648"/>
              <pc:sldLayoutMk cId="3635985440" sldId="2147483649"/>
              <ac:spMk id="5" creationId="{87E11F9A-1885-12FA-B3AB-ADE14DC814D3}"/>
            </ac:spMkLst>
          </pc:spChg>
        </pc:sldLayoutChg>
        <pc:sldLayoutChg chg="modSp mod">
          <pc:chgData name="Birgit Penzenstadler" userId="175b32fb-5bc5-4f57-a096-5aeade240e6e" providerId="ADAL" clId="{C1B477C0-673C-334A-8C38-8D4F775D3D9A}" dt="2024-07-17T08:38:37.427" v="823" actId="20577"/>
          <pc:sldLayoutMkLst>
            <pc:docMk/>
            <pc:sldMasterMk cId="2594124012" sldId="2147483648"/>
            <pc:sldLayoutMk cId="1798019144" sldId="2147483650"/>
          </pc:sldLayoutMkLst>
          <pc:spChg chg="mod">
            <ac:chgData name="Birgit Penzenstadler" userId="175b32fb-5bc5-4f57-a096-5aeade240e6e" providerId="ADAL" clId="{C1B477C0-673C-334A-8C38-8D4F775D3D9A}" dt="2024-07-17T08:38:37.427" v="823" actId="20577"/>
            <ac:spMkLst>
              <pc:docMk/>
              <pc:sldMasterMk cId="2594124012" sldId="2147483648"/>
              <pc:sldLayoutMk cId="1798019144" sldId="2147483650"/>
              <ac:spMk id="5" creationId="{5C55A0A3-43DA-27F1-2C4A-48B56705CCA9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351E-9362-0FB2-BB0D-8986D98FE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4E5F1-FA78-ACA9-52C5-BD0A385AE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33EB7-B053-9BA2-5859-6CFF8A81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1F9A-1885-12FA-B3AB-ADE14DC8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7D2DA-83C9-AB30-E90A-7794E4A7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598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4797-BF10-06D6-B6E7-17C6E77F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E9C0F-87F6-169E-77DE-B68B3B65F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2CF3-C8CC-EFE3-04C3-DCAEB470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5A0A3-43DA-27F1-2C4A-48B5670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61CCC-64DC-6BE8-A484-FF9D920F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9801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7ADD-49AF-57D3-B986-3B3C1F11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D86FA-F491-E945-DA81-87DA4B81E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0F59-4D45-0EC8-D366-B372C404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A8BB-BC8F-E296-EB0C-F40D38E0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816CA-14EF-2039-4115-1E9052A2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98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D6B6-A14D-B71F-9C16-9EE73150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78F2D-A50B-63FE-1DC8-E7D680C09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9CEB0-BB34-E436-2AC5-19D6B5B46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2BC49-9C9D-82A5-7821-A365050F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AF14A-0E3E-B0EE-A790-3291C5E8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018C4-C41F-D8AB-DBCC-9DB406AD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1014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A200-4E95-A44D-9474-23E1BFDE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2BD4B-2B33-F3A5-8628-374A9A72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8B9AF-2D20-8E3F-8B4B-F13A5835F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4CC63-0AFA-F34B-A926-6BFEADA1C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04D68-ABEE-90AF-9615-26ED6923B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83C59-E163-A348-974F-322A00A9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C54334-B9B5-1D4B-7ACE-6CBFE037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10A66-ED8A-F326-6DEC-1C4D82E2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4722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CB84-C042-009D-CE2A-1F214A24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7D054-AD5A-755F-BE60-2800DA79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03F73F-0FDC-3690-BFC8-1C2EA621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192F2-E293-54E4-65D2-C3A0E6E4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3368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2F041-EEDE-3AF1-7D6F-1E021DC1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0C1249-D2DB-AF96-0646-A645F2AB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9091C-3A07-BD61-A39A-B63A6A61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8954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2D23-2F3C-2E8C-A08C-10E24D59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646F-00ED-8994-A415-24A31B7F3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3423B-83B1-03DE-6B16-A55AE600C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D67B4-6FC4-EB8D-E96E-056569A4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6643D-10D9-86E8-689D-8FB48947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43977-F020-73AE-140D-4AEDE243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0313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1711-9358-976A-8294-3A81B331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47488-65BE-C95A-CB58-4C46C8129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5BB0-13A5-452C-A95A-02B7103B8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11C1C-5D89-DB5A-92F4-8A89CCFF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A646D-F9A7-4986-8631-F7DDE3436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43038-922F-D5D3-DD15-DB93F136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606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EE0C-FAC5-E1D6-7A82-8D424535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76A6B-621A-9BC0-7275-7A222CCB4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2AC22-B71C-000A-2357-8407315B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CB2EA-A420-741B-E8E5-9ACA0633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ED352-7610-ACF1-1E3A-9654F136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9663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9CF7B-0643-9FE9-E905-25EF4AF58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DFC4D-FD73-F446-F359-8EE343E53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A15DD-94BC-D1DA-2E0F-C75F0313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48A79-D1BE-DB10-2C28-7D18B7B6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4CAC9-8325-2966-BD8B-3FFE0262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51386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3CFB82-E3F7-E021-3A8C-B19B2435F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80C13-A005-55DE-C927-2E570862B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83B7-8D84-9A7D-3BF5-692CCE851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50235-5DF0-094F-B6D0-D559B0DDACB2}" type="datetimeFigureOut">
              <a:rPr lang="en-SE" smtClean="0"/>
              <a:t>2024-07-17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ED8E8-A051-F777-D8A4-942D514E0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1241C-7DEC-C5B4-5A5A-7E7ACA5B1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9EB01-B44B-8749-B615-58BA71C6ACD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9412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0DF9-C76A-D2D6-B3D4-072C02E8F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E" dirty="0"/>
              <a:t>&lt;Project title&gt;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2FD6-2266-BE38-8408-41E9EEBF4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260"/>
            <a:ext cx="9144000" cy="1381539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SE" dirty="0"/>
              <a:t>eam </a:t>
            </a:r>
            <a:r>
              <a:rPr lang="en-GB" dirty="0"/>
              <a:t>&lt;</a:t>
            </a:r>
            <a:r>
              <a:rPr lang="en-SE" dirty="0"/>
              <a:t>number&gt;</a:t>
            </a:r>
          </a:p>
          <a:p>
            <a:r>
              <a:rPr lang="en-SE" dirty="0"/>
              <a:t>&lt;Team member name(s)&gt;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30F05-EB17-70C6-7EDA-7A1A88B73DEF}"/>
              </a:ext>
            </a:extLst>
          </p:cNvPr>
          <p:cNvSpPr txBox="1"/>
          <p:nvPr/>
        </p:nvSpPr>
        <p:spPr>
          <a:xfrm rot="20486352">
            <a:off x="4947634" y="625047"/>
            <a:ext cx="2607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highlight>
                  <a:srgbClr val="FFFF00"/>
                </a:highlight>
              </a:rPr>
              <a:t>Make sure you keep time:</a:t>
            </a:r>
          </a:p>
          <a:p>
            <a:r>
              <a:rPr lang="en-SE" dirty="0">
                <a:highlight>
                  <a:srgbClr val="FFFF00"/>
                </a:highlight>
              </a:rPr>
              <a:t>- 15min presentation</a:t>
            </a:r>
          </a:p>
          <a:p>
            <a:r>
              <a:rPr lang="sv-SE" dirty="0">
                <a:highlight>
                  <a:srgbClr val="FFFF00"/>
                </a:highlight>
              </a:rPr>
              <a:t>- </a:t>
            </a:r>
            <a:r>
              <a:rPr lang="en-SE" dirty="0">
                <a:highlight>
                  <a:srgbClr val="FFFF00"/>
                </a:highlight>
              </a:rPr>
              <a:t>5min Q&amp;A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83C5E5B-7B82-8A89-3843-1EC4E2040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35D84B1-4065-9A36-79D1-CF495AC0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EA04B8D-D7F1-6A36-FBEF-589B312B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32840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1CAA-1230-748B-E37B-9A57D215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What’s your story? T</a:t>
            </a:r>
            <a:r>
              <a:rPr lang="en-GB" dirty="0"/>
              <a:t>h</a:t>
            </a:r>
            <a:r>
              <a:rPr lang="en-SE" dirty="0"/>
              <a:t>e 5 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500493-C59B-902E-4097-DB6ED5E7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Context: </a:t>
            </a:r>
          </a:p>
          <a:p>
            <a:r>
              <a:rPr lang="en-SE" dirty="0"/>
              <a:t>Catalyst: </a:t>
            </a:r>
          </a:p>
          <a:p>
            <a:r>
              <a:rPr lang="en-SE" dirty="0"/>
              <a:t>Complication: </a:t>
            </a:r>
          </a:p>
          <a:p>
            <a:r>
              <a:rPr lang="en-SE" dirty="0"/>
              <a:t>Change: </a:t>
            </a:r>
          </a:p>
          <a:p>
            <a:r>
              <a:rPr lang="en-SE" dirty="0"/>
              <a:t>Consequence: </a:t>
            </a:r>
          </a:p>
        </p:txBody>
      </p:sp>
      <p:pic>
        <p:nvPicPr>
          <p:cNvPr id="9" name="Picture 8" descr="A diagram of a story&#10;&#10;Description automatically generated">
            <a:extLst>
              <a:ext uri="{FF2B5EF4-FFF2-40B4-BE49-F238E27FC236}">
                <a16:creationId xmlns:a16="http://schemas.microsoft.com/office/drawing/2014/main" id="{C7B1117D-B92B-1B25-8344-725A8B3B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117" y="3069949"/>
            <a:ext cx="6057900" cy="30353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1FA88E7-4967-642C-5D84-0A648769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83923A1-3740-2DAC-00F7-63D23FA9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2E6F33-20D5-6459-BF10-CFA680249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2</a:t>
            </a:fld>
            <a:endParaRPr lang="en-SE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60D6B67-EA34-833F-EE55-9BC9410DC70E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</p:spTree>
    <p:extLst>
      <p:ext uri="{BB962C8B-B14F-4D97-AF65-F5344CB8AC3E}">
        <p14:creationId xmlns:p14="http://schemas.microsoft.com/office/powerpoint/2010/main" val="102368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1CAA-1230-748B-E37B-9A57D215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Intro: your Sustainability Research 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0C3E-F569-C04E-5F4E-56007696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&lt;insert your canvas here&gt;</a:t>
            </a:r>
          </a:p>
        </p:txBody>
      </p:sp>
      <p:pic>
        <p:nvPicPr>
          <p:cNvPr id="6" name="Content Placeholder 4" descr="A poster of food forest design canvas&#10;&#10;Description automatically generated">
            <a:extLst>
              <a:ext uri="{FF2B5EF4-FFF2-40B4-BE49-F238E27FC236}">
                <a16:creationId xmlns:a16="http://schemas.microsoft.com/office/drawing/2014/main" id="{DF3A1CAF-2772-9FC9-204F-2F0606E25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486884"/>
            <a:ext cx="6032500" cy="3327400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1883ED4-473E-AC2D-347F-972441B8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A8A46B-8509-F274-B93D-B777F4766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3BF05B-BEC4-EF11-A212-CA703141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3</a:t>
            </a:fld>
            <a:endParaRPr lang="en-SE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395448A-33EF-8928-9059-BB1239E19453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</p:spTree>
    <p:extLst>
      <p:ext uri="{BB962C8B-B14F-4D97-AF65-F5344CB8AC3E}">
        <p14:creationId xmlns:p14="http://schemas.microsoft.com/office/powerpoint/2010/main" val="320595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1CAA-1230-748B-E37B-9A57D215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Leverage Points from Systems Thinking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0C3E-F569-C04E-5F4E-560076963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What was the most important insight(s) you got from the systems thinking perspective?</a:t>
            </a:r>
          </a:p>
          <a:p>
            <a:r>
              <a:rPr lang="en-SE" dirty="0"/>
              <a:t>Illustrate them as good as you can.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6515-3AA5-CD0C-98F8-42E131B1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DDC9-3968-C329-4C03-7ED3D606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C9C66-90CA-AD7F-9F71-98EAEC3C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4</a:t>
            </a:fld>
            <a:endParaRPr lang="en-S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8DD3FE-DE6F-B002-5BE4-B4B94311F334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</p:spTree>
    <p:extLst>
      <p:ext uri="{BB962C8B-B14F-4D97-AF65-F5344CB8AC3E}">
        <p14:creationId xmlns:p14="http://schemas.microsoft.com/office/powerpoint/2010/main" val="61070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1CAA-1230-748B-E37B-9A57D215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SusAF insights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0C3E-F569-C04E-5F4E-56007696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9533" cy="4351338"/>
          </a:xfrm>
        </p:spPr>
        <p:txBody>
          <a:bodyPr>
            <a:normAutofit/>
          </a:bodyPr>
          <a:lstStyle/>
          <a:p>
            <a:r>
              <a:rPr lang="en-SE" dirty="0"/>
              <a:t>What was a main insight?</a:t>
            </a:r>
          </a:p>
        </p:txBody>
      </p:sp>
      <p:pic>
        <p:nvPicPr>
          <p:cNvPr id="5" name="Picture 4" descr="A diagram of a bird&#10;&#10;Description automatically generated">
            <a:extLst>
              <a:ext uri="{FF2B5EF4-FFF2-40B4-BE49-F238E27FC236}">
                <a16:creationId xmlns:a16="http://schemas.microsoft.com/office/drawing/2014/main" id="{F1245E66-6C2F-16EA-D944-5332825062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26"/>
          <a:stretch/>
        </p:blipFill>
        <p:spPr>
          <a:xfrm>
            <a:off x="2634721" y="2461672"/>
            <a:ext cx="6814079" cy="4031203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1EE4D33-0EFF-A9C5-BA03-0B0E5915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325D1B-DE99-E3F0-BE44-32C11594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8442423-8FE0-417C-1F73-70DA8833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5</a:t>
            </a:fld>
            <a:endParaRPr lang="en-S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F9B8D21-85B9-F6E7-DD34-22BFF076A987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</p:spTree>
    <p:extLst>
      <p:ext uri="{BB962C8B-B14F-4D97-AF65-F5344CB8AC3E}">
        <p14:creationId xmlns:p14="http://schemas.microsoft.com/office/powerpoint/2010/main" val="361262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5996-16E4-23F7-065D-E46B6F01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Process &lt;of your research&gt;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6003C-A64E-4C25-A9D2-76AFC2CDF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What did you do?</a:t>
            </a:r>
          </a:p>
          <a:p>
            <a:r>
              <a:rPr lang="en-SE" dirty="0"/>
              <a:t>How did you do it?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6EEB-A136-3D67-6C88-C91C3E1E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1B788-A547-F603-7557-2FA1F16F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51C8-2EA6-275B-BB63-8C29764F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6</a:t>
            </a:fld>
            <a:endParaRPr lang="en-S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492574-A2E2-A803-F932-6CEC6DEC416D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0CD20-FC36-9274-62F0-554299789876}"/>
              </a:ext>
            </a:extLst>
          </p:cNvPr>
          <p:cNvSpPr txBox="1"/>
          <p:nvPr/>
        </p:nvSpPr>
        <p:spPr>
          <a:xfrm rot="19954971">
            <a:off x="6184684" y="4180398"/>
            <a:ext cx="4906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Create</a:t>
            </a:r>
            <a:r>
              <a:rPr lang="sv-SE" dirty="0">
                <a:highlight>
                  <a:srgbClr val="FFFF00"/>
                </a:highlight>
              </a:rPr>
              <a:t> an info </a:t>
            </a:r>
            <a:r>
              <a:rPr lang="sv-SE" dirty="0" err="1">
                <a:highlight>
                  <a:srgbClr val="FFFF00"/>
                </a:highlight>
              </a:rPr>
              <a:t>graphic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of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your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b="1" dirty="0">
                <a:highlight>
                  <a:srgbClr val="FFFF00"/>
                </a:highlight>
              </a:rPr>
              <a:t>process</a:t>
            </a:r>
            <a:r>
              <a:rPr lang="sv-SE" dirty="0">
                <a:highlight>
                  <a:srgbClr val="FFFF00"/>
                </a:highlight>
              </a:rPr>
              <a:t> on </a:t>
            </a:r>
            <a:r>
              <a:rPr lang="sv-SE" dirty="0" err="1">
                <a:highlight>
                  <a:srgbClr val="FFFF00"/>
                </a:highlight>
              </a:rPr>
              <a:t>this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slide</a:t>
            </a:r>
            <a:endParaRPr lang="en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748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45996-16E4-23F7-065D-E46B6F01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Results &lt;of your research&gt;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6003C-A64E-4C25-A9D2-76AFC2CDF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What came out of your research?</a:t>
            </a:r>
          </a:p>
          <a:p>
            <a:r>
              <a:rPr lang="en-SE" dirty="0"/>
              <a:t>W</a:t>
            </a:r>
            <a:r>
              <a:rPr lang="en-GB" dirty="0"/>
              <a:t>h</a:t>
            </a:r>
            <a:r>
              <a:rPr lang="en-SE" dirty="0"/>
              <a:t>at are the results/insights/data you got?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B8D52-B37D-46EE-8C08-AAECF4CA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4E22D-8C15-386A-70D0-9D1DE785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746F-C222-4C63-1B0F-18F029A8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7</a:t>
            </a:fld>
            <a:endParaRPr lang="en-S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524F9EE-E60E-9309-58DB-EDD5267F9770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45FB1-6535-E8E9-EB09-9AB6D1EA4E69}"/>
              </a:ext>
            </a:extLst>
          </p:cNvPr>
          <p:cNvSpPr txBox="1"/>
          <p:nvPr/>
        </p:nvSpPr>
        <p:spPr>
          <a:xfrm rot="19954971">
            <a:off x="6012950" y="4071067"/>
            <a:ext cx="481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Create</a:t>
            </a:r>
            <a:r>
              <a:rPr lang="sv-SE" dirty="0">
                <a:highlight>
                  <a:srgbClr val="FFFF00"/>
                </a:highlight>
              </a:rPr>
              <a:t> an info </a:t>
            </a:r>
            <a:r>
              <a:rPr lang="sv-SE" dirty="0" err="1">
                <a:highlight>
                  <a:srgbClr val="FFFF00"/>
                </a:highlight>
              </a:rPr>
              <a:t>graphic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of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your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b="1" dirty="0" err="1">
                <a:highlight>
                  <a:srgbClr val="FFFF00"/>
                </a:highlight>
              </a:rPr>
              <a:t>results</a:t>
            </a:r>
            <a:r>
              <a:rPr lang="sv-SE" dirty="0">
                <a:highlight>
                  <a:srgbClr val="FFFF00"/>
                </a:highlight>
              </a:rPr>
              <a:t> on </a:t>
            </a:r>
            <a:r>
              <a:rPr lang="sv-SE" dirty="0" err="1">
                <a:highlight>
                  <a:srgbClr val="FFFF00"/>
                </a:highlight>
              </a:rPr>
              <a:t>this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slide</a:t>
            </a:r>
            <a:endParaRPr lang="en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0992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874A-4BC1-96BE-9593-BCE353DB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Reflection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BF7A4-06A7-047E-1CA2-C59B2062B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What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your</a:t>
            </a:r>
            <a:r>
              <a:rPr lang="sv-SE" dirty="0"/>
              <a:t> </a:t>
            </a:r>
            <a:r>
              <a:rPr lang="sv-SE" dirty="0" err="1"/>
              <a:t>conclusions</a:t>
            </a:r>
            <a:r>
              <a:rPr lang="sv-SE" dirty="0"/>
              <a:t> from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?</a:t>
            </a:r>
          </a:p>
          <a:p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open</a:t>
            </a:r>
            <a:r>
              <a:rPr lang="sv-SE" dirty="0"/>
              <a:t> </a:t>
            </a:r>
            <a:r>
              <a:rPr lang="sv-SE" dirty="0" err="1"/>
              <a:t>questions</a:t>
            </a:r>
            <a:r>
              <a:rPr lang="sv-SE" dirty="0"/>
              <a:t>?</a:t>
            </a:r>
          </a:p>
          <a:p>
            <a:r>
              <a:rPr lang="sv-SE" dirty="0" err="1"/>
              <a:t>What’s</a:t>
            </a:r>
            <a:r>
              <a:rPr lang="sv-SE" dirty="0"/>
              <a:t> </a:t>
            </a:r>
            <a:r>
              <a:rPr lang="sv-SE" dirty="0" err="1"/>
              <a:t>next</a:t>
            </a:r>
            <a:r>
              <a:rPr lang="sv-SE" dirty="0"/>
              <a:t>?</a:t>
            </a:r>
          </a:p>
          <a:p>
            <a:pPr marL="0" indent="0">
              <a:buNone/>
            </a:pPr>
            <a:endParaRPr lang="en-SE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354E8A3-411C-0649-EC84-D8A961E4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5435"/>
            <a:ext cx="2743200" cy="365125"/>
          </a:xfrm>
        </p:spPr>
        <p:txBody>
          <a:bodyPr/>
          <a:lstStyle/>
          <a:p>
            <a:fld id="{05250235-5DF0-094F-B6D0-D559B0DDACB2}" type="datetimeFigureOut">
              <a:rPr lang="en-SE" smtClean="0"/>
              <a:t>2024-07-17</a:t>
            </a:fld>
            <a:endParaRPr lang="en-S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BEE565-F686-9234-5DFF-212CCC76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5435"/>
            <a:ext cx="4114800" cy="365125"/>
          </a:xfrm>
        </p:spPr>
        <p:txBody>
          <a:bodyPr/>
          <a:lstStyle/>
          <a:p>
            <a:r>
              <a:rPr lang="en-SE" dirty="0"/>
              <a:t>DIT004 Digitalization in a changing world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434B02-B385-F419-C33F-DFA15C5C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435"/>
            <a:ext cx="2743200" cy="365125"/>
          </a:xfrm>
        </p:spPr>
        <p:txBody>
          <a:bodyPr/>
          <a:lstStyle/>
          <a:p>
            <a:fld id="{FD79EB01-B44B-8749-B615-58BA71C6ACDB}" type="slidenum">
              <a:rPr lang="en-SE" smtClean="0"/>
              <a:t>8</a:t>
            </a:fld>
            <a:endParaRPr lang="en-SE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21C9FA-0776-2247-600F-56028ED97C7C}"/>
              </a:ext>
            </a:extLst>
          </p:cNvPr>
          <p:cNvSpPr txBox="1">
            <a:spLocks/>
          </p:cNvSpPr>
          <p:nvPr/>
        </p:nvSpPr>
        <p:spPr>
          <a:xfrm>
            <a:off x="10535478" y="11813"/>
            <a:ext cx="1656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E" dirty="0"/>
              <a:t>&lt;Project name&gt;</a:t>
            </a:r>
          </a:p>
        </p:txBody>
      </p:sp>
      <p:pic>
        <p:nvPicPr>
          <p:cNvPr id="9" name="Content Placeholder 4" descr="A poster of food forest design canvas&#10;&#10;Description automatically generated">
            <a:extLst>
              <a:ext uri="{FF2B5EF4-FFF2-40B4-BE49-F238E27FC236}">
                <a16:creationId xmlns:a16="http://schemas.microsoft.com/office/drawing/2014/main" id="{5464FA12-6C96-C1A0-D111-F76748E62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38" y="3051314"/>
            <a:ext cx="4766636" cy="26291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63539A-4324-DE02-631E-91780776B87E}"/>
              </a:ext>
            </a:extLst>
          </p:cNvPr>
          <p:cNvSpPr txBox="1"/>
          <p:nvPr/>
        </p:nvSpPr>
        <p:spPr>
          <a:xfrm rot="19954971">
            <a:off x="5870171" y="4180398"/>
            <a:ext cx="5535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Use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any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preferred</a:t>
            </a:r>
            <a:r>
              <a:rPr lang="sv-SE" dirty="0">
                <a:highlight>
                  <a:srgbClr val="FFFF00"/>
                </a:highlight>
              </a:rPr>
              <a:t> illustration </a:t>
            </a:r>
            <a:r>
              <a:rPr lang="sv-SE" dirty="0" err="1">
                <a:highlight>
                  <a:srgbClr val="FFFF00"/>
                </a:highlight>
              </a:rPr>
              <a:t>of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your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project</a:t>
            </a:r>
            <a:r>
              <a:rPr lang="sv-SE" dirty="0">
                <a:highlight>
                  <a:srgbClr val="FFFF00"/>
                </a:highlight>
              </a:rPr>
              <a:t> on </a:t>
            </a:r>
            <a:r>
              <a:rPr lang="sv-SE" dirty="0" err="1">
                <a:highlight>
                  <a:srgbClr val="FFFF00"/>
                </a:highlight>
              </a:rPr>
              <a:t>this</a:t>
            </a:r>
            <a:r>
              <a:rPr lang="sv-SE" dirty="0">
                <a:highlight>
                  <a:srgbClr val="FFFF00"/>
                </a:highlight>
              </a:rPr>
              <a:t> </a:t>
            </a:r>
            <a:r>
              <a:rPr lang="sv-SE" dirty="0" err="1">
                <a:highlight>
                  <a:srgbClr val="FFFF00"/>
                </a:highlight>
              </a:rPr>
              <a:t>slide</a:t>
            </a:r>
            <a:endParaRPr lang="en-SE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1964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285</Words>
  <Application>Microsoft Macintosh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&lt;Project title&gt;</vt:lpstr>
      <vt:lpstr>What’s your story? The 5 Cs</vt:lpstr>
      <vt:lpstr>Intro: your Sustainability Research Canvas</vt:lpstr>
      <vt:lpstr>Leverage Points from Systems Thinking </vt:lpstr>
      <vt:lpstr>SusAF insights (summary)</vt:lpstr>
      <vt:lpstr>Process &lt;of your research&gt;</vt:lpstr>
      <vt:lpstr>Results &lt;of your research&gt;</vt:lpstr>
      <vt:lpstr>Reflection &amp;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&amp; title</dc:title>
  <dc:creator>Birgit Penzenstadler</dc:creator>
  <cp:lastModifiedBy>Birgit Penzenstadler</cp:lastModifiedBy>
  <cp:revision>2</cp:revision>
  <dcterms:created xsi:type="dcterms:W3CDTF">2022-07-27T20:08:06Z</dcterms:created>
  <dcterms:modified xsi:type="dcterms:W3CDTF">2024-07-17T08:45:18Z</dcterms:modified>
</cp:coreProperties>
</file>