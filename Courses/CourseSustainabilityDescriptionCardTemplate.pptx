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3"/>
  </p:notesMasterIdLst>
  <p:sldIdLst>
    <p:sldId id="281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reas Fritsch" initials="" lastIdx="7" clrIdx="0"/>
  <p:cmAuthor id="1" name="Birgit Krogstie" initials="" lastIdx="3" clrIdx="1"/>
  <p:cmAuthor id="2" name="Michael Wahler" initials="" lastIdx="7" clrIdx="2"/>
  <p:cmAuthor id="3" name="Elina Eriksson" initials="" lastIdx="8" clrIdx="3"/>
  <p:cmAuthor id="4" name="Patricia Lago" initials="" lastIdx="3" clrIdx="4"/>
  <p:cmAuthor id="5" name="Adrian Friday" initials="" lastIdx="6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1BFB592-BFD6-4CC3-8CBB-08A984E4D55E}">
  <a:tblStyle styleId="{61BFB592-BFD6-4CC3-8CBB-08A984E4D5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4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rgit Penzenstadler" userId="175b32fb-5bc5-4f57-a096-5aeade240e6e" providerId="ADAL" clId="{C6340A22-2010-5D05-A0A3-7D2FAA103DDA}"/>
    <pc:docChg chg="delSld modSld delMainMaster">
      <pc:chgData name="Birgit Penzenstadler" userId="175b32fb-5bc5-4f57-a096-5aeade240e6e" providerId="ADAL" clId="{C6340A22-2010-5D05-A0A3-7D2FAA103DDA}" dt="2026-03-17T14:57:21.471" v="38" actId="2696"/>
      <pc:docMkLst>
        <pc:docMk/>
      </pc:docMkLst>
      <pc:sldChg chg="del">
        <pc:chgData name="Birgit Penzenstadler" userId="175b32fb-5bc5-4f57-a096-5aeade240e6e" providerId="ADAL" clId="{C6340A22-2010-5D05-A0A3-7D2FAA103DDA}" dt="2026-03-17T14:57:16.124" v="4" actId="2696"/>
        <pc:sldMkLst>
          <pc:docMk/>
          <pc:sldMk cId="0" sldId="256"/>
        </pc:sldMkLst>
      </pc:sldChg>
      <pc:sldChg chg="del modNotes">
        <pc:chgData name="Birgit Penzenstadler" userId="175b32fb-5bc5-4f57-a096-5aeade240e6e" providerId="ADAL" clId="{C6340A22-2010-5D05-A0A3-7D2FAA103DDA}" dt="2026-03-17T14:57:16.244" v="22"/>
        <pc:sldMkLst>
          <pc:docMk/>
          <pc:sldMk cId="0" sldId="257"/>
        </pc:sldMkLst>
      </pc:sldChg>
      <pc:sldChg chg="del modNotes">
        <pc:chgData name="Birgit Penzenstadler" userId="175b32fb-5bc5-4f57-a096-5aeade240e6e" providerId="ADAL" clId="{C6340A22-2010-5D05-A0A3-7D2FAA103DDA}" dt="2026-03-17T14:57:16.244" v="22"/>
        <pc:sldMkLst>
          <pc:docMk/>
          <pc:sldMk cId="0" sldId="258"/>
        </pc:sldMkLst>
      </pc:sldChg>
      <pc:sldChg chg="del modNotes">
        <pc:chgData name="Birgit Penzenstadler" userId="175b32fb-5bc5-4f57-a096-5aeade240e6e" providerId="ADAL" clId="{C6340A22-2010-5D05-A0A3-7D2FAA103DDA}" dt="2026-03-17T14:57:16.244" v="22"/>
        <pc:sldMkLst>
          <pc:docMk/>
          <pc:sldMk cId="0" sldId="259"/>
        </pc:sldMkLst>
      </pc:sldChg>
      <pc:sldChg chg="del modNotes">
        <pc:chgData name="Birgit Penzenstadler" userId="175b32fb-5bc5-4f57-a096-5aeade240e6e" providerId="ADAL" clId="{C6340A22-2010-5D05-A0A3-7D2FAA103DDA}" dt="2026-03-17T14:57:16.244" v="22"/>
        <pc:sldMkLst>
          <pc:docMk/>
          <pc:sldMk cId="0" sldId="260"/>
        </pc:sldMkLst>
      </pc:sldChg>
      <pc:sldChg chg="del">
        <pc:chgData name="Birgit Penzenstadler" userId="175b32fb-5bc5-4f57-a096-5aeade240e6e" providerId="ADAL" clId="{C6340A22-2010-5D05-A0A3-7D2FAA103DDA}" dt="2026-03-17T14:57:16.166" v="9" actId="2696"/>
        <pc:sldMkLst>
          <pc:docMk/>
          <pc:sldMk cId="0" sldId="261"/>
        </pc:sldMkLst>
      </pc:sldChg>
      <pc:sldChg chg="del">
        <pc:chgData name="Birgit Penzenstadler" userId="175b32fb-5bc5-4f57-a096-5aeade240e6e" providerId="ADAL" clId="{C6340A22-2010-5D05-A0A3-7D2FAA103DDA}" dt="2026-03-17T14:57:16.173" v="10" actId="2696"/>
        <pc:sldMkLst>
          <pc:docMk/>
          <pc:sldMk cId="0" sldId="262"/>
        </pc:sldMkLst>
      </pc:sldChg>
      <pc:sldChg chg="del">
        <pc:chgData name="Birgit Penzenstadler" userId="175b32fb-5bc5-4f57-a096-5aeade240e6e" providerId="ADAL" clId="{C6340A22-2010-5D05-A0A3-7D2FAA103DDA}" dt="2026-03-17T14:57:16.181" v="11" actId="2696"/>
        <pc:sldMkLst>
          <pc:docMk/>
          <pc:sldMk cId="0" sldId="263"/>
        </pc:sldMkLst>
      </pc:sldChg>
      <pc:sldChg chg="del">
        <pc:chgData name="Birgit Penzenstadler" userId="175b32fb-5bc5-4f57-a096-5aeade240e6e" providerId="ADAL" clId="{C6340A22-2010-5D05-A0A3-7D2FAA103DDA}" dt="2026-03-17T14:57:16.187" v="12" actId="2696"/>
        <pc:sldMkLst>
          <pc:docMk/>
          <pc:sldMk cId="0" sldId="264"/>
        </pc:sldMkLst>
      </pc:sldChg>
      <pc:sldChg chg="del">
        <pc:chgData name="Birgit Penzenstadler" userId="175b32fb-5bc5-4f57-a096-5aeade240e6e" providerId="ADAL" clId="{C6340A22-2010-5D05-A0A3-7D2FAA103DDA}" dt="2026-03-17T14:57:16.193" v="13" actId="2696"/>
        <pc:sldMkLst>
          <pc:docMk/>
          <pc:sldMk cId="0" sldId="265"/>
        </pc:sldMkLst>
      </pc:sldChg>
      <pc:sldChg chg="del">
        <pc:chgData name="Birgit Penzenstadler" userId="175b32fb-5bc5-4f57-a096-5aeade240e6e" providerId="ADAL" clId="{C6340A22-2010-5D05-A0A3-7D2FAA103DDA}" dt="2026-03-17T14:57:16.198" v="14" actId="2696"/>
        <pc:sldMkLst>
          <pc:docMk/>
          <pc:sldMk cId="0" sldId="266"/>
        </pc:sldMkLst>
      </pc:sldChg>
      <pc:sldChg chg="del">
        <pc:chgData name="Birgit Penzenstadler" userId="175b32fb-5bc5-4f57-a096-5aeade240e6e" providerId="ADAL" clId="{C6340A22-2010-5D05-A0A3-7D2FAA103DDA}" dt="2026-03-17T14:57:16.209" v="15" actId="2696"/>
        <pc:sldMkLst>
          <pc:docMk/>
          <pc:sldMk cId="0" sldId="267"/>
        </pc:sldMkLst>
      </pc:sldChg>
      <pc:sldChg chg="del">
        <pc:chgData name="Birgit Penzenstadler" userId="175b32fb-5bc5-4f57-a096-5aeade240e6e" providerId="ADAL" clId="{C6340A22-2010-5D05-A0A3-7D2FAA103DDA}" dt="2026-03-17T14:57:16.219" v="16" actId="2696"/>
        <pc:sldMkLst>
          <pc:docMk/>
          <pc:sldMk cId="0" sldId="268"/>
        </pc:sldMkLst>
      </pc:sldChg>
      <pc:sldChg chg="del">
        <pc:chgData name="Birgit Penzenstadler" userId="175b32fb-5bc5-4f57-a096-5aeade240e6e" providerId="ADAL" clId="{C6340A22-2010-5D05-A0A3-7D2FAA103DDA}" dt="2026-03-17T14:57:16.231" v="17" actId="2696"/>
        <pc:sldMkLst>
          <pc:docMk/>
          <pc:sldMk cId="0" sldId="269"/>
        </pc:sldMkLst>
      </pc:sldChg>
      <pc:sldChg chg="del">
        <pc:chgData name="Birgit Penzenstadler" userId="175b32fb-5bc5-4f57-a096-5aeade240e6e" providerId="ADAL" clId="{C6340A22-2010-5D05-A0A3-7D2FAA103DDA}" dt="2026-03-17T14:57:16.240" v="19" actId="2696"/>
        <pc:sldMkLst>
          <pc:docMk/>
          <pc:sldMk cId="0" sldId="270"/>
        </pc:sldMkLst>
      </pc:sldChg>
      <pc:sldChg chg="del modNotes">
        <pc:chgData name="Birgit Penzenstadler" userId="175b32fb-5bc5-4f57-a096-5aeade240e6e" providerId="ADAL" clId="{C6340A22-2010-5D05-A0A3-7D2FAA103DDA}" dt="2026-03-17T14:57:16.244" v="22"/>
        <pc:sldMkLst>
          <pc:docMk/>
          <pc:sldMk cId="0" sldId="271"/>
        </pc:sldMkLst>
      </pc:sldChg>
      <pc:sldChg chg="del modNotes">
        <pc:chgData name="Birgit Penzenstadler" userId="175b32fb-5bc5-4f57-a096-5aeade240e6e" providerId="ADAL" clId="{C6340A22-2010-5D05-A0A3-7D2FAA103DDA}" dt="2026-03-17T14:57:16.244" v="22"/>
        <pc:sldMkLst>
          <pc:docMk/>
          <pc:sldMk cId="0" sldId="272"/>
        </pc:sldMkLst>
      </pc:sldChg>
      <pc:sldChg chg="del modNotes">
        <pc:chgData name="Birgit Penzenstadler" userId="175b32fb-5bc5-4f57-a096-5aeade240e6e" providerId="ADAL" clId="{C6340A22-2010-5D05-A0A3-7D2FAA103DDA}" dt="2026-03-17T14:57:18.354" v="23" actId="2696"/>
        <pc:sldMkLst>
          <pc:docMk/>
          <pc:sldMk cId="0" sldId="273"/>
        </pc:sldMkLst>
      </pc:sldChg>
      <pc:sldChg chg="del modNotes">
        <pc:chgData name="Birgit Penzenstadler" userId="175b32fb-5bc5-4f57-a096-5aeade240e6e" providerId="ADAL" clId="{C6340A22-2010-5D05-A0A3-7D2FAA103DDA}" dt="2026-03-17T14:57:18.362" v="24" actId="2696"/>
        <pc:sldMkLst>
          <pc:docMk/>
          <pc:sldMk cId="0" sldId="274"/>
        </pc:sldMkLst>
      </pc:sldChg>
      <pc:sldChg chg="del modNotes">
        <pc:chgData name="Birgit Penzenstadler" userId="175b32fb-5bc5-4f57-a096-5aeade240e6e" providerId="ADAL" clId="{C6340A22-2010-5D05-A0A3-7D2FAA103DDA}" dt="2026-03-17T14:57:18.368" v="25" actId="2696"/>
        <pc:sldMkLst>
          <pc:docMk/>
          <pc:sldMk cId="0" sldId="275"/>
        </pc:sldMkLst>
      </pc:sldChg>
      <pc:sldChg chg="del modNotes">
        <pc:chgData name="Birgit Penzenstadler" userId="175b32fb-5bc5-4f57-a096-5aeade240e6e" providerId="ADAL" clId="{C6340A22-2010-5D05-A0A3-7D2FAA103DDA}" dt="2026-03-17T14:57:18.375" v="26" actId="2696"/>
        <pc:sldMkLst>
          <pc:docMk/>
          <pc:sldMk cId="0" sldId="276"/>
        </pc:sldMkLst>
      </pc:sldChg>
      <pc:sldChg chg="del">
        <pc:chgData name="Birgit Penzenstadler" userId="175b32fb-5bc5-4f57-a096-5aeade240e6e" providerId="ADAL" clId="{C6340A22-2010-5D05-A0A3-7D2FAA103DDA}" dt="2026-03-17T14:57:06.149" v="0" actId="2696"/>
        <pc:sldMkLst>
          <pc:docMk/>
          <pc:sldMk cId="0" sldId="277"/>
        </pc:sldMkLst>
      </pc:sldChg>
      <pc:sldChg chg="del">
        <pc:chgData name="Birgit Penzenstadler" userId="175b32fb-5bc5-4f57-a096-5aeade240e6e" providerId="ADAL" clId="{C6340A22-2010-5D05-A0A3-7D2FAA103DDA}" dt="2026-03-17T14:57:06.156" v="1" actId="2696"/>
        <pc:sldMkLst>
          <pc:docMk/>
          <pc:sldMk cId="0" sldId="278"/>
        </pc:sldMkLst>
      </pc:sldChg>
      <pc:sldChg chg="del">
        <pc:chgData name="Birgit Penzenstadler" userId="175b32fb-5bc5-4f57-a096-5aeade240e6e" providerId="ADAL" clId="{C6340A22-2010-5D05-A0A3-7D2FAA103DDA}" dt="2026-03-17T14:57:06.159" v="2" actId="2696"/>
        <pc:sldMkLst>
          <pc:docMk/>
          <pc:sldMk cId="0" sldId="279"/>
        </pc:sldMkLst>
      </pc:sldChg>
      <pc:sldChg chg="del">
        <pc:chgData name="Birgit Penzenstadler" userId="175b32fb-5bc5-4f57-a096-5aeade240e6e" providerId="ADAL" clId="{C6340A22-2010-5D05-A0A3-7D2FAA103DDA}" dt="2026-03-17T14:57:06.163" v="3" actId="2696"/>
        <pc:sldMkLst>
          <pc:docMk/>
          <pc:sldMk cId="0" sldId="280"/>
        </pc:sldMkLst>
      </pc:sldChg>
      <pc:sldChg chg="modNotes">
        <pc:chgData name="Birgit Penzenstadler" userId="175b32fb-5bc5-4f57-a096-5aeade240e6e" providerId="ADAL" clId="{C6340A22-2010-5D05-A0A3-7D2FAA103DDA}" dt="2026-03-17T14:57:16.244" v="22"/>
        <pc:sldMkLst>
          <pc:docMk/>
          <pc:sldMk cId="0" sldId="281"/>
        </pc:sldMkLst>
      </pc:sldChg>
      <pc:sldChg chg="del modNotes">
        <pc:chgData name="Birgit Penzenstadler" userId="175b32fb-5bc5-4f57-a096-5aeade240e6e" providerId="ADAL" clId="{C6340A22-2010-5D05-A0A3-7D2FAA103DDA}" dt="2026-03-17T14:57:21.388" v="27" actId="2696"/>
        <pc:sldMkLst>
          <pc:docMk/>
          <pc:sldMk cId="0" sldId="282"/>
        </pc:sldMkLst>
      </pc:sldChg>
      <pc:sldChg chg="del modNotes">
        <pc:chgData name="Birgit Penzenstadler" userId="175b32fb-5bc5-4f57-a096-5aeade240e6e" providerId="ADAL" clId="{C6340A22-2010-5D05-A0A3-7D2FAA103DDA}" dt="2026-03-17T14:57:21.403" v="28" actId="2696"/>
        <pc:sldMkLst>
          <pc:docMk/>
          <pc:sldMk cId="0" sldId="283"/>
        </pc:sldMkLst>
      </pc:sldChg>
      <pc:sldChg chg="del modNotes">
        <pc:chgData name="Birgit Penzenstadler" userId="175b32fb-5bc5-4f57-a096-5aeade240e6e" providerId="ADAL" clId="{C6340A22-2010-5D05-A0A3-7D2FAA103DDA}" dt="2026-03-17T14:57:21.412" v="29" actId="2696"/>
        <pc:sldMkLst>
          <pc:docMk/>
          <pc:sldMk cId="0" sldId="284"/>
        </pc:sldMkLst>
      </pc:sldChg>
      <pc:sldChg chg="del modNotes">
        <pc:chgData name="Birgit Penzenstadler" userId="175b32fb-5bc5-4f57-a096-5aeade240e6e" providerId="ADAL" clId="{C6340A22-2010-5D05-A0A3-7D2FAA103DDA}" dt="2026-03-17T14:57:21.420" v="30" actId="2696"/>
        <pc:sldMkLst>
          <pc:docMk/>
          <pc:sldMk cId="0" sldId="285"/>
        </pc:sldMkLst>
      </pc:sldChg>
      <pc:sldChg chg="del modNotes">
        <pc:chgData name="Birgit Penzenstadler" userId="175b32fb-5bc5-4f57-a096-5aeade240e6e" providerId="ADAL" clId="{C6340A22-2010-5D05-A0A3-7D2FAA103DDA}" dt="2026-03-17T14:57:21.428" v="31" actId="2696"/>
        <pc:sldMkLst>
          <pc:docMk/>
          <pc:sldMk cId="0" sldId="286"/>
        </pc:sldMkLst>
      </pc:sldChg>
      <pc:sldChg chg="del modNotes">
        <pc:chgData name="Birgit Penzenstadler" userId="175b32fb-5bc5-4f57-a096-5aeade240e6e" providerId="ADAL" clId="{C6340A22-2010-5D05-A0A3-7D2FAA103DDA}" dt="2026-03-17T14:57:21.434" v="32" actId="2696"/>
        <pc:sldMkLst>
          <pc:docMk/>
          <pc:sldMk cId="0" sldId="287"/>
        </pc:sldMkLst>
      </pc:sldChg>
      <pc:sldChg chg="del modNotes">
        <pc:chgData name="Birgit Penzenstadler" userId="175b32fb-5bc5-4f57-a096-5aeade240e6e" providerId="ADAL" clId="{C6340A22-2010-5D05-A0A3-7D2FAA103DDA}" dt="2026-03-17T14:57:21.440" v="33" actId="2696"/>
        <pc:sldMkLst>
          <pc:docMk/>
          <pc:sldMk cId="0" sldId="288"/>
        </pc:sldMkLst>
      </pc:sldChg>
      <pc:sldChg chg="del modNotes">
        <pc:chgData name="Birgit Penzenstadler" userId="175b32fb-5bc5-4f57-a096-5aeade240e6e" providerId="ADAL" clId="{C6340A22-2010-5D05-A0A3-7D2FAA103DDA}" dt="2026-03-17T14:57:21.448" v="34" actId="2696"/>
        <pc:sldMkLst>
          <pc:docMk/>
          <pc:sldMk cId="0" sldId="289"/>
        </pc:sldMkLst>
      </pc:sldChg>
      <pc:sldChg chg="del modNotes">
        <pc:chgData name="Birgit Penzenstadler" userId="175b32fb-5bc5-4f57-a096-5aeade240e6e" providerId="ADAL" clId="{C6340A22-2010-5D05-A0A3-7D2FAA103DDA}" dt="2026-03-17T14:57:21.454" v="35" actId="2696"/>
        <pc:sldMkLst>
          <pc:docMk/>
          <pc:sldMk cId="0" sldId="290"/>
        </pc:sldMkLst>
      </pc:sldChg>
      <pc:sldChg chg="del modNotes">
        <pc:chgData name="Birgit Penzenstadler" userId="175b32fb-5bc5-4f57-a096-5aeade240e6e" providerId="ADAL" clId="{C6340A22-2010-5D05-A0A3-7D2FAA103DDA}" dt="2026-03-17T14:57:21.460" v="36" actId="2696"/>
        <pc:sldMkLst>
          <pc:docMk/>
          <pc:sldMk cId="0" sldId="291"/>
        </pc:sldMkLst>
      </pc:sldChg>
      <pc:sldChg chg="del modNotes">
        <pc:chgData name="Birgit Penzenstadler" userId="175b32fb-5bc5-4f57-a096-5aeade240e6e" providerId="ADAL" clId="{C6340A22-2010-5D05-A0A3-7D2FAA103DDA}" dt="2026-03-17T14:57:21.466" v="37" actId="2696"/>
        <pc:sldMkLst>
          <pc:docMk/>
          <pc:sldMk cId="0" sldId="292"/>
        </pc:sldMkLst>
      </pc:sldChg>
      <pc:sldChg chg="del modNotes">
        <pc:chgData name="Birgit Penzenstadler" userId="175b32fb-5bc5-4f57-a096-5aeade240e6e" providerId="ADAL" clId="{C6340A22-2010-5D05-A0A3-7D2FAA103DDA}" dt="2026-03-17T14:57:21.471" v="38" actId="2696"/>
        <pc:sldMkLst>
          <pc:docMk/>
          <pc:sldMk cId="0" sldId="293"/>
        </pc:sldMkLst>
      </pc:sldChg>
      <pc:sldMasterChg chg="del">
        <pc:chgData name="Birgit Penzenstadler" userId="175b32fb-5bc5-4f57-a096-5aeade240e6e" providerId="ADAL" clId="{C6340A22-2010-5D05-A0A3-7D2FAA103DDA}" dt="2026-03-17T14:57:16.238" v="18" actId="2696"/>
        <pc:sldMasterMkLst>
          <pc:docMk/>
          <pc:sldMasterMk cId="0" sldId="2147483671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9bb7cfba76_4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9bb7cfba76_4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0"/>
          <p:cNvSpPr txBox="1">
            <a:spLocks noGrp="1"/>
          </p:cNvSpPr>
          <p:nvPr>
            <p:ph type="title"/>
          </p:nvPr>
        </p:nvSpPr>
        <p:spPr>
          <a:xfrm>
            <a:off x="311700" y="9119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&lt;TEMPLATE - Title, ECTS, Contact&gt;</a:t>
            </a:r>
            <a:endParaRPr/>
          </a:p>
        </p:txBody>
      </p:sp>
      <p:sp>
        <p:nvSpPr>
          <p:cNvPr id="316" name="Google Shape;316;p50"/>
          <p:cNvSpPr txBox="1"/>
          <p:nvPr/>
        </p:nvSpPr>
        <p:spPr>
          <a:xfrm>
            <a:off x="311700" y="2257300"/>
            <a:ext cx="8443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the course about? (max 150 characters)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7" name="Google Shape;317;p50"/>
          <p:cNvSpPr txBox="1"/>
          <p:nvPr/>
        </p:nvSpPr>
        <p:spPr>
          <a:xfrm>
            <a:off x="311700" y="3388300"/>
            <a:ext cx="8443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Where in the course is sustainability covered? (max 150 characters)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8" name="Google Shape;318;p50"/>
          <p:cNvSpPr/>
          <p:nvPr/>
        </p:nvSpPr>
        <p:spPr>
          <a:xfrm>
            <a:off x="456675" y="1161252"/>
            <a:ext cx="234900" cy="234900"/>
          </a:xfrm>
          <a:prstGeom prst="diamon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50"/>
          <p:cNvSpPr txBox="1"/>
          <p:nvPr/>
        </p:nvSpPr>
        <p:spPr>
          <a:xfrm>
            <a:off x="769825" y="1094052"/>
            <a:ext cx="92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Main focus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20" name="Google Shape;320;p50"/>
          <p:cNvSpPr/>
          <p:nvPr/>
        </p:nvSpPr>
        <p:spPr>
          <a:xfrm>
            <a:off x="2031325" y="1161252"/>
            <a:ext cx="234900" cy="234900"/>
          </a:xfrm>
          <a:prstGeom prst="diamond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50"/>
          <p:cNvSpPr txBox="1"/>
          <p:nvPr/>
        </p:nvSpPr>
        <p:spPr>
          <a:xfrm>
            <a:off x="2344475" y="1094052"/>
            <a:ext cx="92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Integrated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22" name="Google Shape;322;p50"/>
          <p:cNvSpPr/>
          <p:nvPr/>
        </p:nvSpPr>
        <p:spPr>
          <a:xfrm>
            <a:off x="3423250" y="1161252"/>
            <a:ext cx="234900" cy="234900"/>
          </a:xfrm>
          <a:prstGeom prst="diamon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50"/>
          <p:cNvSpPr txBox="1"/>
          <p:nvPr/>
        </p:nvSpPr>
        <p:spPr>
          <a:xfrm>
            <a:off x="3736400" y="1094052"/>
            <a:ext cx="92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Related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24" name="Google Shape;324;p50"/>
          <p:cNvSpPr/>
          <p:nvPr/>
        </p:nvSpPr>
        <p:spPr>
          <a:xfrm>
            <a:off x="456675" y="1744225"/>
            <a:ext cx="234900" cy="234900"/>
          </a:xfrm>
          <a:prstGeom prst="diamon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50"/>
          <p:cNvSpPr txBox="1"/>
          <p:nvPr/>
        </p:nvSpPr>
        <p:spPr>
          <a:xfrm>
            <a:off x="769825" y="1677025"/>
            <a:ext cx="126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Environmental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26" name="Google Shape;326;p50"/>
          <p:cNvSpPr/>
          <p:nvPr/>
        </p:nvSpPr>
        <p:spPr>
          <a:xfrm>
            <a:off x="2031325" y="1744225"/>
            <a:ext cx="234900" cy="234900"/>
          </a:xfrm>
          <a:prstGeom prst="diamon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50"/>
          <p:cNvSpPr txBox="1"/>
          <p:nvPr/>
        </p:nvSpPr>
        <p:spPr>
          <a:xfrm>
            <a:off x="2344475" y="1677025"/>
            <a:ext cx="92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Social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28" name="Google Shape;328;p50"/>
          <p:cNvSpPr/>
          <p:nvPr/>
        </p:nvSpPr>
        <p:spPr>
          <a:xfrm>
            <a:off x="3077500" y="1744225"/>
            <a:ext cx="234900" cy="234900"/>
          </a:xfrm>
          <a:prstGeom prst="diamon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50"/>
          <p:cNvSpPr txBox="1"/>
          <p:nvPr/>
        </p:nvSpPr>
        <p:spPr>
          <a:xfrm>
            <a:off x="3390650" y="1677025"/>
            <a:ext cx="92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Technical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30" name="Google Shape;330;p50"/>
          <p:cNvSpPr/>
          <p:nvPr/>
        </p:nvSpPr>
        <p:spPr>
          <a:xfrm>
            <a:off x="4282363" y="1744225"/>
            <a:ext cx="234900" cy="234900"/>
          </a:xfrm>
          <a:prstGeom prst="diamon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50"/>
          <p:cNvSpPr txBox="1"/>
          <p:nvPr/>
        </p:nvSpPr>
        <p:spPr>
          <a:xfrm>
            <a:off x="4595513" y="1677025"/>
            <a:ext cx="92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Individual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32" name="Google Shape;332;p50"/>
          <p:cNvSpPr/>
          <p:nvPr/>
        </p:nvSpPr>
        <p:spPr>
          <a:xfrm>
            <a:off x="5407888" y="1744225"/>
            <a:ext cx="234900" cy="234900"/>
          </a:xfrm>
          <a:prstGeom prst="diamon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50"/>
          <p:cNvSpPr txBox="1"/>
          <p:nvPr/>
        </p:nvSpPr>
        <p:spPr>
          <a:xfrm>
            <a:off x="5721038" y="1677025"/>
            <a:ext cx="92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Economic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34" name="Google Shape;334;p50"/>
          <p:cNvSpPr/>
          <p:nvPr/>
        </p:nvSpPr>
        <p:spPr>
          <a:xfrm>
            <a:off x="6598665" y="1744225"/>
            <a:ext cx="234900" cy="234900"/>
          </a:xfrm>
          <a:prstGeom prst="diamon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50"/>
          <p:cNvSpPr txBox="1"/>
          <p:nvPr/>
        </p:nvSpPr>
        <p:spPr>
          <a:xfrm>
            <a:off x="6911815" y="1677025"/>
            <a:ext cx="92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Political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36" name="Google Shape;336;p50"/>
          <p:cNvSpPr/>
          <p:nvPr/>
        </p:nvSpPr>
        <p:spPr>
          <a:xfrm>
            <a:off x="7777607" y="1744225"/>
            <a:ext cx="234900" cy="234900"/>
          </a:xfrm>
          <a:prstGeom prst="diamon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50"/>
          <p:cNvSpPr txBox="1"/>
          <p:nvPr/>
        </p:nvSpPr>
        <p:spPr>
          <a:xfrm>
            <a:off x="8090757" y="1677025"/>
            <a:ext cx="92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Legal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38" name="Google Shape;338;p50"/>
          <p:cNvSpPr txBox="1"/>
          <p:nvPr/>
        </p:nvSpPr>
        <p:spPr>
          <a:xfrm>
            <a:off x="311700" y="4519300"/>
            <a:ext cx="63987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&lt;link to study guide or similar&gt;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Macintosh PowerPoint</Application>
  <PresentationFormat>On-screen Show (16:9)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&lt;TEMPLATE - Title, ECTS, Contact&gt;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Birgit Penzenstadler</cp:lastModifiedBy>
  <cp:revision>1</cp:revision>
  <dcterms:modified xsi:type="dcterms:W3CDTF">2026-03-17T14:57:23Z</dcterms:modified>
</cp:coreProperties>
</file>