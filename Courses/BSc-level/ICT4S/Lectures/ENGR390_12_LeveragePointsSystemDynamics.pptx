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306" r:id="rId4"/>
    <p:sldId id="307" r:id="rId5"/>
    <p:sldId id="308" r:id="rId6"/>
    <p:sldId id="305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4"/>
    <p:restoredTop sz="88251" autoAdjust="0"/>
  </p:normalViewPr>
  <p:slideViewPr>
    <p:cSldViewPr snapToGrid="0" snapToObjects="1">
      <p:cViewPr varScale="1">
        <p:scale>
          <a:sx n="91" d="100"/>
          <a:sy n="91" d="100"/>
        </p:scale>
        <p:origin x="7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03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1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2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4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0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6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6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5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6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7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BE450-8EC0-7F4F-9AE6-59C05895CD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5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66728-C1BB-B84D-900A-C4D00822FC5B}" type="datetimeFigureOut">
              <a:rPr lang="en-US" smtClean="0"/>
              <a:t>4/9/19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ENGR 390, Dr. Penzenstadler, CSULB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BE450-8EC0-7F4F-9AE6-59C05895CDF8}" type="slidenum">
              <a:rPr lang="en-US" smtClean="0"/>
              <a:t>‹#›</a:t>
            </a:fld>
            <a:r>
              <a:rPr lang="en-US" dirty="0"/>
              <a:t> </a:t>
            </a:r>
          </a:p>
        </p:txBody>
      </p:sp>
      <p:pic>
        <p:nvPicPr>
          <p:cNvPr id="10" name="Picture 9" descr="88x31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608989"/>
            <a:ext cx="688680" cy="24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12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ina-floersch-39144.jpg"/>
          <p:cNvPicPr>
            <a:picLocks noChangeAspect="1"/>
          </p:cNvPicPr>
          <p:nvPr/>
        </p:nvPicPr>
        <p:blipFill>
          <a:blip r:embed="rId2">
            <a:alphaModFix amt="7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88273"/>
            <a:ext cx="7772400" cy="1470025"/>
          </a:xfrm>
        </p:spPr>
        <p:txBody>
          <a:bodyPr>
            <a:noAutofit/>
          </a:bodyPr>
          <a:lstStyle/>
          <a:p>
            <a:r>
              <a:rPr lang="en-US" sz="6000" b="1" dirty="0"/>
              <a:t>ENGR 390 </a:t>
            </a:r>
            <a:r>
              <a:rPr lang="mr-IN" sz="6000" b="1" dirty="0"/>
              <a:t>–</a:t>
            </a:r>
            <a:r>
              <a:rPr lang="en-US" sz="6000" b="1" dirty="0"/>
              <a:t> ICT4S</a:t>
            </a:r>
            <a:br>
              <a:rPr lang="en-US" sz="6000" b="1" dirty="0"/>
            </a:br>
            <a:br>
              <a:rPr lang="en-US" sz="6000" b="1" dirty="0"/>
            </a:br>
            <a:r>
              <a:rPr lang="en-US" sz="6000" b="1" i="1" dirty="0"/>
              <a:t>System Dynamics </a:t>
            </a:r>
            <a:br>
              <a:rPr lang="en-US" sz="6000" b="1" i="1" dirty="0"/>
            </a:br>
            <a:r>
              <a:rPr lang="en-US" sz="6000" b="1" i="1" dirty="0"/>
              <a:t>and Leverage Points </a:t>
            </a:r>
            <a:endParaRPr lang="en-US" sz="6000" b="1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9791" y="5677400"/>
            <a:ext cx="6400800" cy="784578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Dr. Birgit Penzenstadler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8969" y="6457890"/>
            <a:ext cx="2418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CC Attribution-</a:t>
            </a:r>
            <a:r>
              <a:rPr lang="en-US" sz="1000" dirty="0" err="1"/>
              <a:t>NonCommercial</a:t>
            </a:r>
            <a:r>
              <a:rPr lang="en-US" sz="1000" dirty="0"/>
              <a:t>-</a:t>
            </a:r>
            <a:r>
              <a:rPr lang="en-US" sz="1000" dirty="0" err="1"/>
              <a:t>ShareAlike</a:t>
            </a:r>
            <a:r>
              <a:rPr lang="en-US" sz="1000" dirty="0"/>
              <a:t> </a:t>
            </a:r>
          </a:p>
          <a:p>
            <a:r>
              <a:rPr lang="en-US" sz="1000" dirty="0"/>
              <a:t>unless specified otherwise on the slides.</a:t>
            </a:r>
          </a:p>
        </p:txBody>
      </p:sp>
      <p:pic>
        <p:nvPicPr>
          <p:cNvPr id="6" name="Picture 5" descr="88x3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57890"/>
            <a:ext cx="1117600" cy="393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3210" y="6605369"/>
            <a:ext cx="2113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Photo credit: Tina </a:t>
            </a:r>
            <a:r>
              <a:rPr lang="en-US" sz="1000" dirty="0" err="1">
                <a:solidFill>
                  <a:srgbClr val="000000"/>
                </a:solidFill>
              </a:rPr>
              <a:t>Floersch</a:t>
            </a:r>
            <a:r>
              <a:rPr lang="en-US" sz="1000" dirty="0">
                <a:solidFill>
                  <a:srgbClr val="000000"/>
                </a:solidFill>
              </a:rPr>
              <a:t>, </a:t>
            </a:r>
            <a:r>
              <a:rPr lang="en-US" sz="1000" dirty="0" err="1">
                <a:solidFill>
                  <a:srgbClr val="000000"/>
                </a:solidFill>
              </a:rPr>
              <a:t>Unsplash</a:t>
            </a:r>
            <a:endParaRPr 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55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6000" dirty="0"/>
              <a:t>System Dynamics</a:t>
            </a:r>
          </a:p>
        </p:txBody>
      </p:sp>
      <p:pic>
        <p:nvPicPr>
          <p:cNvPr id="5" name="Picture 4" descr="Adoption_SF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323" y="1417638"/>
            <a:ext cx="4876800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69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6" name="Picture 5" descr="farti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1280045"/>
            <a:ext cx="9134475" cy="47720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53602" y="6611779"/>
            <a:ext cx="23903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metasd.com</a:t>
            </a:r>
            <a:r>
              <a:rPr lang="en-US" sz="1000" dirty="0"/>
              <a:t>/tag/system-dynamics/</a:t>
            </a:r>
          </a:p>
        </p:txBody>
      </p:sp>
    </p:spTree>
    <p:extLst>
      <p:ext uri="{BB962C8B-B14F-4D97-AF65-F5344CB8AC3E}">
        <p14:creationId xmlns:p14="http://schemas.microsoft.com/office/powerpoint/2010/main" val="23033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4" name="Picture 3" descr="depression-model-psycholog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72"/>
            <a:ext cx="9144000" cy="68153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96267" y="6611779"/>
            <a:ext cx="514773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neurosciencenews.com</a:t>
            </a:r>
            <a:r>
              <a:rPr lang="en-US" sz="1000" dirty="0"/>
              <a:t>/complex-model-depression-3188/depression-model-psychology/</a:t>
            </a:r>
          </a:p>
        </p:txBody>
      </p:sp>
    </p:spTree>
    <p:extLst>
      <p:ext uri="{BB962C8B-B14F-4D97-AF65-F5344CB8AC3E}">
        <p14:creationId xmlns:p14="http://schemas.microsoft.com/office/powerpoint/2010/main" val="165511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Animated version</a:t>
            </a:r>
          </a:p>
        </p:txBody>
      </p:sp>
      <p:pic>
        <p:nvPicPr>
          <p:cNvPr id="4" name="Picture 3" descr="Adoption_SFD_ANI_s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684" y="1602316"/>
            <a:ext cx="4152900" cy="4533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61684" y="6136216"/>
            <a:ext cx="57573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System_dynamics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80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6000" dirty="0"/>
              <a:t>Leverage Points</a:t>
            </a:r>
          </a:p>
        </p:txBody>
      </p:sp>
      <p:pic>
        <p:nvPicPr>
          <p:cNvPr id="5" name="Picture 4" descr="screen-shot-2016-06-28-at-10-31-5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9684"/>
            <a:ext cx="9144000" cy="513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20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/>
              <a:t>References</a:t>
            </a:r>
          </a:p>
        </p:txBody>
      </p:sp>
      <p:pic>
        <p:nvPicPr>
          <p:cNvPr id="4" name="Picture 3" descr="downloa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597" y="52056"/>
            <a:ext cx="1828800" cy="16002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Forrester, Jay W. "System dynamics, systems thinking, and soft OR." System dynamics review 10.2‐3 (1994): 245-256.</a:t>
            </a:r>
          </a:p>
          <a:p>
            <a:r>
              <a:rPr lang="en-US" dirty="0"/>
              <a:t>Meadows, </a:t>
            </a:r>
            <a:r>
              <a:rPr lang="en-US" dirty="0" err="1"/>
              <a:t>Donella</a:t>
            </a:r>
            <a:r>
              <a:rPr lang="en-US" dirty="0"/>
              <a:t>. "Leverage points." Places to Intervene in a System (1999).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248021"/>
      </p:ext>
    </p:extLst>
  </p:cSld>
  <p:clrMapOvr>
    <a:masterClrMapping/>
  </p:clrMapOvr>
</p:sld>
</file>

<file path=ppt/theme/theme1.xml><?xml version="1.0" encoding="utf-8"?>
<a:theme xmlns:a="http://schemas.openxmlformats.org/drawingml/2006/main" name="ENGR 39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</Words>
  <Application>Microsoft Macintosh PowerPoint</Application>
  <PresentationFormat>On-screen Show (4:3)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ENGR 390</vt:lpstr>
      <vt:lpstr>ENGR 390 – ICT4S  System Dynamics  and Leverage Points </vt:lpstr>
      <vt:lpstr>System Dynamics</vt:lpstr>
      <vt:lpstr>More examples</vt:lpstr>
      <vt:lpstr>More examples</vt:lpstr>
      <vt:lpstr>Animated version</vt:lpstr>
      <vt:lpstr>Leverage Points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Birgit Penzenstadler</dc:creator>
  <cp:lastModifiedBy>Birgit Penzenstadler</cp:lastModifiedBy>
  <cp:revision>197</cp:revision>
  <cp:lastPrinted>2019-04-10T05:11:32Z</cp:lastPrinted>
  <dcterms:created xsi:type="dcterms:W3CDTF">2018-01-22T03:10:46Z</dcterms:created>
  <dcterms:modified xsi:type="dcterms:W3CDTF">2019-04-10T05:12:07Z</dcterms:modified>
</cp:coreProperties>
</file>